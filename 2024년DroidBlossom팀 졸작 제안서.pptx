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54" autoAdjust="0"/>
    <p:restoredTop sz="83905"/>
  </p:normalViewPr>
  <p:slideViewPr>
    <p:cSldViewPr snapToGrid="0">
      <p:cViewPr varScale="1">
        <p:scale>
          <a:sx n="154" d="100"/>
          <a:sy n="154" d="100"/>
        </p:scale>
        <p:origin x="100" y="34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! </a:t>
            </a:r>
            <a:r>
              <a:rPr lang="ko-KR" altLang="en-US" dirty="0"/>
              <a:t>추억의 조각들을 디지털 별빛으로 저장하는 </a:t>
            </a:r>
            <a:r>
              <a:rPr lang="en" altLang="ko-KR" dirty="0"/>
              <a:t>AR </a:t>
            </a:r>
            <a:r>
              <a:rPr lang="ko-KR" altLang="en-US" dirty="0"/>
              <a:t>타임캡슐</a:t>
            </a:r>
            <a:r>
              <a:rPr lang="en-US" altLang="ko-KR" dirty="0"/>
              <a:t>, </a:t>
            </a:r>
            <a:r>
              <a:rPr lang="en" altLang="ko-KR" dirty="0" err="1"/>
              <a:t>ARchive</a:t>
            </a:r>
            <a:r>
              <a:rPr lang="en" altLang="ko-KR" dirty="0"/>
              <a:t>! </a:t>
            </a:r>
            <a:r>
              <a:rPr lang="ko-KR" altLang="en-US" dirty="0"/>
              <a:t>발표를 </a:t>
            </a:r>
            <a:r>
              <a:rPr lang="ko-KR" altLang="en-US" dirty="0" err="1"/>
              <a:t>맡게된</a:t>
            </a:r>
            <a:r>
              <a:rPr lang="ko-KR" altLang="en-US" dirty="0"/>
              <a:t> 박준수 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68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목차는 다음 순으로 발표를 진행하겠습니다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83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dirty="0"/>
              <a:t>Archive</a:t>
            </a:r>
            <a:r>
              <a:rPr lang="ko-KR" altLang="en-US" dirty="0"/>
              <a:t>는 사용자의 추억을 디지털 타임 캡슐로 저장해 </a:t>
            </a:r>
            <a:r>
              <a:rPr lang="en" altLang="ko-KR" dirty="0"/>
              <a:t>AR</a:t>
            </a:r>
            <a:r>
              <a:rPr lang="ko-KR" altLang="en-US" dirty="0"/>
              <a:t>로 다시 찾아 볼 수 있는 애플리케이션입니다</a:t>
            </a:r>
            <a:r>
              <a:rPr lang="en-US" altLang="ko-KR" dirty="0"/>
              <a:t>. </a:t>
            </a:r>
            <a:r>
              <a:rPr lang="ko-KR" altLang="en-US" dirty="0"/>
              <a:t>바다에서 좋은 추억을 쌓아서 타임 캡슐로 저장했더라면 재방문 시 다음처럼 </a:t>
            </a:r>
            <a:r>
              <a:rPr lang="en" altLang="ko-KR" dirty="0"/>
              <a:t>AR </a:t>
            </a:r>
            <a:r>
              <a:rPr lang="ko-KR" altLang="en-US" dirty="0"/>
              <a:t>화면을 통해 추억이 담긴 컨텐츠들을 확인할 수 있습니다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800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기존의 추억을 저장하는 방식으로는 물리적 자원</a:t>
            </a:r>
            <a:r>
              <a:rPr lang="en-US" altLang="ko-KR" dirty="0"/>
              <a:t>, </a:t>
            </a:r>
            <a:r>
              <a:rPr lang="ko-KR" altLang="en-US" dirty="0"/>
              <a:t>공간 낭비와 환경 오염이 발생하고 건물 흉측화가 발생할 수 있습니다</a:t>
            </a:r>
            <a:r>
              <a:rPr lang="en-US" altLang="ko-KR" dirty="0"/>
              <a:t>. </a:t>
            </a:r>
            <a:r>
              <a:rPr lang="ko-KR" altLang="en-US" dirty="0"/>
              <a:t>서울의 남산 타워에 가면 많은 사람들이 추억을 저장하기 위해 자물쇠를 걸어 놓는 문화가 있는데</a:t>
            </a:r>
            <a:r>
              <a:rPr lang="en-US" altLang="ko-KR" dirty="0"/>
              <a:t>, </a:t>
            </a:r>
            <a:r>
              <a:rPr lang="ko-KR" altLang="en-US" dirty="0"/>
              <a:t>이때 다양한 쓰레기가 생기며 자물쇠가 녹이 슬게 되면서 토양 오염이 발생하고</a:t>
            </a:r>
            <a:r>
              <a:rPr lang="en-US" altLang="ko-KR" dirty="0"/>
              <a:t>, </a:t>
            </a:r>
            <a:r>
              <a:rPr lang="ko-KR" altLang="en-US" dirty="0"/>
              <a:t>건물이 </a:t>
            </a:r>
            <a:r>
              <a:rPr lang="ko-KR" altLang="en-US" dirty="0" err="1"/>
              <a:t>흉측해보이는</a:t>
            </a:r>
            <a:r>
              <a:rPr lang="ko-KR" altLang="en-US" dirty="0"/>
              <a:t> 현상이 있습니다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2467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자물쇠를 철거해야 하기 위해서는 시간</a:t>
            </a:r>
            <a:r>
              <a:rPr lang="en-US" altLang="ko-KR" dirty="0"/>
              <a:t>, </a:t>
            </a:r>
            <a:r>
              <a:rPr lang="ko-KR" altLang="en-US" dirty="0" err="1"/>
              <a:t>금정적인</a:t>
            </a:r>
            <a:r>
              <a:rPr lang="ko-KR" altLang="en-US" dirty="0"/>
              <a:t> 비용</a:t>
            </a:r>
            <a:r>
              <a:rPr lang="en-US" altLang="ko-KR" dirty="0"/>
              <a:t>, </a:t>
            </a:r>
            <a:r>
              <a:rPr lang="ko-KR" altLang="en-US" dirty="0"/>
              <a:t>인적 자원 등이 소모될 수 있습니다</a:t>
            </a:r>
            <a:r>
              <a:rPr lang="en-US" altLang="ko-KR" dirty="0"/>
              <a:t>.</a:t>
            </a:r>
            <a:r>
              <a:rPr lang="ko-KR" altLang="en-US" dirty="0"/>
              <a:t>이렇게 추억을 저장하기 위한 과정에서 발생하는 문제를 해결하기 위해 추가적인 자원이 소모하게 됩니다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3649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현재 저의 앱과 비교할 만한 서비스가 운영되고 있지 않아서</a:t>
            </a:r>
            <a:r>
              <a:rPr lang="en-US" altLang="ko-KR" dirty="0"/>
              <a:t>, </a:t>
            </a:r>
            <a:r>
              <a:rPr lang="ko-KR" altLang="en-US" dirty="0"/>
              <a:t>대표적인 기능들을 일부 가진 애플리케이션과 비교를 해보았습니다</a:t>
            </a:r>
            <a:r>
              <a:rPr lang="en-US" altLang="ko-KR" dirty="0"/>
              <a:t>. </a:t>
            </a:r>
            <a:r>
              <a:rPr lang="ko-KR" altLang="en-US" dirty="0"/>
              <a:t>비교 대상으로 기본 갤러리</a:t>
            </a:r>
            <a:r>
              <a:rPr lang="en-US" altLang="ko-KR" dirty="0"/>
              <a:t>, </a:t>
            </a:r>
            <a:r>
              <a:rPr lang="ko-KR" altLang="en-US" dirty="0"/>
              <a:t>인스타그램</a:t>
            </a:r>
            <a:r>
              <a:rPr lang="en-US" altLang="ko-KR" dirty="0"/>
              <a:t>, </a:t>
            </a:r>
            <a:r>
              <a:rPr lang="en" altLang="ko-KR" dirty="0"/>
              <a:t>Time Capsule is </a:t>
            </a:r>
            <a:r>
              <a:rPr lang="en" altLang="ko-KR" dirty="0" err="1"/>
              <a:t>immoratality</a:t>
            </a:r>
            <a:r>
              <a:rPr lang="ko-KR" altLang="en-US" dirty="0"/>
              <a:t>가 있는데</a:t>
            </a:r>
            <a:r>
              <a:rPr lang="en-US" altLang="ko-KR" dirty="0"/>
              <a:t>, </a:t>
            </a:r>
            <a:r>
              <a:rPr lang="en" altLang="ko-KR" dirty="0" err="1"/>
              <a:t>ARckive</a:t>
            </a:r>
            <a:r>
              <a:rPr lang="ko-KR" altLang="en-US" dirty="0"/>
              <a:t>는 캡슐 커스텀</a:t>
            </a:r>
            <a:r>
              <a:rPr lang="en-US" altLang="ko-KR" dirty="0"/>
              <a:t>, </a:t>
            </a:r>
            <a:r>
              <a:rPr lang="en" altLang="ko-KR" dirty="0"/>
              <a:t>AR, </a:t>
            </a:r>
            <a:r>
              <a:rPr lang="ko-KR" altLang="en-US" dirty="0"/>
              <a:t>컨텐츠 보관</a:t>
            </a:r>
            <a:r>
              <a:rPr lang="en-US" altLang="ko-KR" dirty="0"/>
              <a:t>, </a:t>
            </a:r>
            <a:r>
              <a:rPr lang="ko-KR" altLang="en-US" dirty="0"/>
              <a:t>데이터 필터링</a:t>
            </a:r>
            <a:r>
              <a:rPr lang="en-US" altLang="ko-KR" dirty="0"/>
              <a:t>, </a:t>
            </a:r>
            <a:r>
              <a:rPr lang="en" altLang="ko-KR" dirty="0"/>
              <a:t>Social </a:t>
            </a:r>
            <a:r>
              <a:rPr lang="ko-KR" altLang="en-US" dirty="0"/>
              <a:t>기능을 모두 만족 시키고 있습니다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703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저희의 최종 목표로는 사용자에게 생생한 증강현실을 통해 개인적 및 역사적 추억을 저장하고 재현할 수 있는 경험을 제공하는 애플리케이션을 개발하는 것 입니다</a:t>
            </a:r>
            <a:r>
              <a:rPr lang="en-US" altLang="ko-KR" dirty="0"/>
              <a:t>. </a:t>
            </a:r>
            <a:r>
              <a:rPr lang="ko-KR" altLang="en-US" dirty="0"/>
              <a:t>목표 성능으로는 </a:t>
            </a:r>
            <a:r>
              <a:rPr lang="ko-KR" altLang="en-US" dirty="0" err="1"/>
              <a:t>백엔드</a:t>
            </a:r>
            <a:r>
              <a:rPr lang="ko-KR" altLang="en-US" dirty="0"/>
              <a:t>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altLang="ko-KR" dirty="0"/>
              <a:t>0.5</a:t>
            </a:r>
            <a:r>
              <a:rPr lang="ko-KR" altLang="en-US" dirty="0"/>
              <a:t>초 이내 응답할 수 있게 하고</a:t>
            </a:r>
            <a:r>
              <a:rPr lang="en-US" altLang="ko-KR" dirty="0"/>
              <a:t>, </a:t>
            </a:r>
            <a:r>
              <a:rPr lang="ko-KR" altLang="en-US" dirty="0"/>
              <a:t>각 화면 전환 렌더링을 </a:t>
            </a:r>
            <a:r>
              <a:rPr lang="en-US" altLang="ko-KR" dirty="0"/>
              <a:t>2</a:t>
            </a:r>
            <a:r>
              <a:rPr lang="ko-KR" altLang="en-US" dirty="0"/>
              <a:t>초 이내</a:t>
            </a:r>
            <a:r>
              <a:rPr lang="en-US" altLang="ko-KR" dirty="0"/>
              <a:t>, </a:t>
            </a:r>
            <a:r>
              <a:rPr lang="ko-KR" altLang="en-US" dirty="0"/>
              <a:t>동시 </a:t>
            </a:r>
            <a:r>
              <a:rPr lang="ko-KR" altLang="en-US" dirty="0" err="1"/>
              <a:t>접소자</a:t>
            </a:r>
            <a:r>
              <a:rPr lang="ko-KR" altLang="en-US" dirty="0"/>
              <a:t> 수를 약 </a:t>
            </a:r>
            <a:r>
              <a:rPr lang="en-US" altLang="ko-KR" dirty="0"/>
              <a:t>1000</a:t>
            </a:r>
            <a:r>
              <a:rPr lang="ko-KR" altLang="en-US" dirty="0"/>
              <a:t>명 수용</a:t>
            </a:r>
            <a:r>
              <a:rPr lang="en-US" altLang="ko-KR" dirty="0"/>
              <a:t>, </a:t>
            </a:r>
            <a:r>
              <a:rPr lang="ko-KR" altLang="en-US" dirty="0"/>
              <a:t>데이터 건수를 약 </a:t>
            </a:r>
            <a:r>
              <a:rPr lang="en-US" altLang="ko-KR" dirty="0"/>
              <a:t>10</a:t>
            </a:r>
            <a:r>
              <a:rPr lang="en" altLang="ko-KR" dirty="0"/>
              <a:t>GB</a:t>
            </a:r>
            <a:r>
              <a:rPr lang="ko-KR" altLang="en-US" dirty="0"/>
              <a:t>로 지정했습니다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0666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9-10) </a:t>
            </a:r>
            <a:r>
              <a:rPr lang="ko-KR" altLang="en-US" dirty="0"/>
              <a:t>저희의 개발 범위로는 대표적으로 </a:t>
            </a:r>
            <a:r>
              <a:rPr lang="en-US" altLang="ko-KR" dirty="0"/>
              <a:t>4</a:t>
            </a:r>
            <a:r>
              <a:rPr lang="ko-KR" altLang="en-US" dirty="0"/>
              <a:t>가지가 있습니다</a:t>
            </a:r>
            <a:r>
              <a:rPr lang="en-US" altLang="ko-KR" dirty="0"/>
              <a:t>. </a:t>
            </a:r>
            <a:r>
              <a:rPr lang="ko-KR" altLang="en-US" dirty="0"/>
              <a:t>전화번호 바탕의 </a:t>
            </a:r>
            <a:r>
              <a:rPr lang="en" altLang="ko-KR" dirty="0"/>
              <a:t>Social Network Service</a:t>
            </a:r>
            <a:r>
              <a:rPr lang="ko-KR" altLang="en-US" dirty="0" err="1"/>
              <a:t>를</a:t>
            </a:r>
            <a:r>
              <a:rPr lang="ko-KR" altLang="en-US" dirty="0"/>
              <a:t> 카카오</a:t>
            </a:r>
            <a:r>
              <a:rPr lang="en-US" altLang="ko-KR" dirty="0"/>
              <a:t>, </a:t>
            </a:r>
            <a:r>
              <a:rPr lang="ko-KR" altLang="en-US" dirty="0"/>
              <a:t>구글의 인증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통한 로그인 후</a:t>
            </a:r>
            <a:r>
              <a:rPr lang="en-US" altLang="ko-KR" dirty="0"/>
              <a:t>, </a:t>
            </a:r>
            <a:r>
              <a:rPr lang="en" altLang="ko-KR" dirty="0" err="1"/>
              <a:t>Twillo</a:t>
            </a:r>
            <a:r>
              <a:rPr lang="en" altLang="ko-KR" dirty="0"/>
              <a:t> </a:t>
            </a:r>
            <a:r>
              <a:rPr lang="ko-KR" altLang="en-US" dirty="0"/>
              <a:t>전화번호 인증 </a:t>
            </a:r>
            <a:r>
              <a:rPr lang="en" altLang="ko-KR" dirty="0"/>
              <a:t>API</a:t>
            </a:r>
            <a:r>
              <a:rPr lang="ko-KR" altLang="en-US" dirty="0" err="1"/>
              <a:t>를</a:t>
            </a:r>
            <a:r>
              <a:rPr lang="ko-KR" altLang="en-US" dirty="0"/>
              <a:t> 이용하여 개발합니다</a:t>
            </a:r>
            <a:r>
              <a:rPr lang="en-US" altLang="ko-KR" dirty="0"/>
              <a:t>. </a:t>
            </a:r>
            <a:r>
              <a:rPr lang="ko-KR" altLang="en-US" dirty="0"/>
              <a:t>캡슐 스킨</a:t>
            </a:r>
            <a:r>
              <a:rPr lang="en-US" altLang="ko-KR" dirty="0"/>
              <a:t>, </a:t>
            </a:r>
            <a:r>
              <a:rPr lang="ko-KR" altLang="en-US" dirty="0"/>
              <a:t>타입을 선택 후 이미지</a:t>
            </a:r>
            <a:r>
              <a:rPr lang="en-US" altLang="ko-KR" dirty="0"/>
              <a:t>, </a:t>
            </a:r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동영상 컨텐츠를 저장할 수 있는 캡슐 제공 및 관리를 해줍니다</a:t>
            </a:r>
            <a:r>
              <a:rPr lang="en-US" altLang="ko-KR" dirty="0"/>
              <a:t>. </a:t>
            </a:r>
            <a:r>
              <a:rPr lang="ko-KR" altLang="en-US" dirty="0"/>
              <a:t>또한 현재 위치 및 캡슐 개발 시간을 바탕으로 </a:t>
            </a:r>
            <a:r>
              <a:rPr lang="en" altLang="ko-KR" dirty="0"/>
              <a:t>Spring boot</a:t>
            </a:r>
            <a:r>
              <a:rPr lang="ko-KR" altLang="en-US" dirty="0"/>
              <a:t>로 알림 시스템을 구축하고</a:t>
            </a:r>
            <a:r>
              <a:rPr lang="en-US" altLang="ko-KR" dirty="0"/>
              <a:t>, </a:t>
            </a:r>
            <a:r>
              <a:rPr lang="en" altLang="ko-KR" dirty="0" err="1"/>
              <a:t>Firbase</a:t>
            </a:r>
            <a:r>
              <a:rPr lang="ko-KR" altLang="en-US" dirty="0"/>
              <a:t>와 통신 후 클라이언트에게 알림을 전송하게 해줍니다</a:t>
            </a:r>
            <a:r>
              <a:rPr lang="en-US" altLang="ko-KR" dirty="0"/>
              <a:t>. </a:t>
            </a:r>
            <a:r>
              <a:rPr lang="ko-KR" altLang="en-US" dirty="0"/>
              <a:t>마지막으로 구글 맵</a:t>
            </a:r>
            <a:r>
              <a:rPr lang="en-US" altLang="ko-KR" dirty="0"/>
              <a:t>, </a:t>
            </a:r>
            <a:r>
              <a:rPr lang="en" altLang="ko-KR" dirty="0"/>
              <a:t>AR core</a:t>
            </a:r>
            <a:r>
              <a:rPr lang="ko-KR" altLang="en-US" dirty="0" err="1"/>
              <a:t>를</a:t>
            </a:r>
            <a:r>
              <a:rPr lang="ko-KR" altLang="en-US" dirty="0"/>
              <a:t> 이용하여 </a:t>
            </a:r>
            <a:r>
              <a:rPr lang="en" altLang="ko-KR" dirty="0"/>
              <a:t>GPS</a:t>
            </a:r>
            <a:r>
              <a:rPr lang="ko-KR" altLang="en-US" dirty="0"/>
              <a:t>와 </a:t>
            </a:r>
            <a:r>
              <a:rPr lang="en" altLang="ko-KR" dirty="0"/>
              <a:t>AR</a:t>
            </a:r>
            <a:r>
              <a:rPr lang="ko-KR" altLang="en-US" dirty="0"/>
              <a:t>을 기반으로 타임캡슐을 보여주는 화면을 구축할 예정입니다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19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시스템 구성도로는 다음과 같습니다</a:t>
            </a:r>
            <a:r>
              <a:rPr lang="en-US" altLang="ko-KR" dirty="0"/>
              <a:t>. </a:t>
            </a:r>
            <a:r>
              <a:rPr lang="ko-KR" altLang="en-US" dirty="0"/>
              <a:t>사용자는 안드로이드 폰을 통해 </a:t>
            </a:r>
            <a:r>
              <a:rPr lang="en" altLang="ko-KR" dirty="0" err="1"/>
              <a:t>Arckive</a:t>
            </a:r>
            <a:r>
              <a:rPr lang="ko-KR" altLang="en-US" dirty="0"/>
              <a:t>의 기능을 체험할 수 있고</a:t>
            </a:r>
            <a:r>
              <a:rPr lang="en-US" altLang="ko-KR" dirty="0"/>
              <a:t>, </a:t>
            </a:r>
            <a:r>
              <a:rPr lang="ko-KR" altLang="en-US" dirty="0"/>
              <a:t>서버와 데이터 베이스에서 해당 데이터에 대한 비지니스 로직을 구성하고 있습니다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45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이제 저희의 앱을 간접적으로 사용해 보겠습니다</a:t>
            </a:r>
            <a:r>
              <a:rPr lang="en-US" altLang="ko-KR" dirty="0"/>
              <a:t>. </a:t>
            </a:r>
            <a:r>
              <a:rPr lang="ko-KR" altLang="en-US" dirty="0"/>
              <a:t>메인 화면에 타임 캡슐을 저장한 지도의 모습을 볼 수 있습니다</a:t>
            </a:r>
            <a:r>
              <a:rPr lang="en-US" altLang="ko-KR" dirty="0"/>
              <a:t>. </a:t>
            </a:r>
            <a:r>
              <a:rPr lang="ko-KR" altLang="en-US" dirty="0"/>
              <a:t>여기서 우측 하단의 </a:t>
            </a:r>
            <a:r>
              <a:rPr lang="en-US" altLang="ko-KR" dirty="0"/>
              <a:t>+ </a:t>
            </a:r>
            <a:r>
              <a:rPr lang="ko-KR" altLang="en-US" dirty="0"/>
              <a:t>버튼을 눌러보겠습니다</a:t>
            </a:r>
            <a:r>
              <a:rPr lang="en-US" altLang="ko-KR" dirty="0"/>
              <a:t>. </a:t>
            </a:r>
            <a:r>
              <a:rPr lang="ko-KR" altLang="en-US" dirty="0"/>
              <a:t>캡슐 타입을 선택할 수 있습니다</a:t>
            </a:r>
            <a:r>
              <a:rPr lang="en-US" altLang="ko-KR" dirty="0"/>
              <a:t>. </a:t>
            </a:r>
            <a:r>
              <a:rPr lang="ko-KR" altLang="en-US" dirty="0"/>
              <a:t>저는 타임 캡슐을 선택하겠습니다</a:t>
            </a:r>
            <a:r>
              <a:rPr lang="en-US" altLang="ko-KR" dirty="0"/>
              <a:t>. </a:t>
            </a:r>
            <a:r>
              <a:rPr lang="ko-KR" altLang="en-US" dirty="0"/>
              <a:t>그 다음으로는 캡슐 스킨을 선택할 수 있습니다</a:t>
            </a:r>
            <a:r>
              <a:rPr lang="en-US" altLang="ko-KR" dirty="0"/>
              <a:t>. </a:t>
            </a:r>
            <a:r>
              <a:rPr lang="ko-KR" altLang="en-US" dirty="0"/>
              <a:t>선택이 완료되고 컨텐츠들을 게시글 형식으로 작성할 수 있습니다</a:t>
            </a:r>
            <a:r>
              <a:rPr lang="en-US" altLang="ko-KR" dirty="0"/>
              <a:t>. </a:t>
            </a:r>
            <a:r>
              <a:rPr lang="ko-KR" altLang="en-US" dirty="0"/>
              <a:t>만약 캡슐을 저장한 장소에 재방문하고 </a:t>
            </a:r>
            <a:r>
              <a:rPr lang="en" altLang="ko-KR" dirty="0"/>
              <a:t>AR </a:t>
            </a:r>
            <a:r>
              <a:rPr lang="ko-KR" altLang="en-US" dirty="0"/>
              <a:t>카메라를 통해 확인을 한다면 </a:t>
            </a:r>
            <a:r>
              <a:rPr lang="en" altLang="ko-KR" dirty="0"/>
              <a:t>AR, </a:t>
            </a:r>
            <a:r>
              <a:rPr lang="ko-KR" altLang="en-US" dirty="0"/>
              <a:t>개봉 시간을 확인 할 수 있습니다</a:t>
            </a:r>
            <a:r>
              <a:rPr lang="en-US" altLang="ko-KR" dirty="0"/>
              <a:t>. </a:t>
            </a:r>
            <a:r>
              <a:rPr lang="ko-KR" altLang="en-US" dirty="0"/>
              <a:t>개봉 시간이 지났을 경우에는 </a:t>
            </a:r>
            <a:r>
              <a:rPr lang="en" altLang="ko-KR" dirty="0"/>
              <a:t>AR </a:t>
            </a:r>
            <a:r>
              <a:rPr lang="ko-KR" altLang="en-US" dirty="0"/>
              <a:t>요소를 눌렀을 때 저장한 컨텐츠를 확인할 수 있습니다</a:t>
            </a:r>
            <a:r>
              <a:rPr lang="en-US" altLang="ko-KR" dirty="0"/>
              <a:t>. </a:t>
            </a:r>
            <a:r>
              <a:rPr lang="ko-KR" altLang="en-US" dirty="0"/>
              <a:t>마이 페이지에서는 상단 바에 공통 범위로 데이터를 필터링하여 추억을 히스토리 형식으로 관리합니다</a:t>
            </a:r>
            <a:r>
              <a:rPr lang="en-US" altLang="ko-KR" dirty="0"/>
              <a:t>. </a:t>
            </a:r>
            <a:r>
              <a:rPr lang="ko-KR" altLang="en-US" dirty="0"/>
              <a:t>그 밑에는 자신이 저장한 캡슐들을 볼 수 있습니다</a:t>
            </a:r>
            <a:r>
              <a:rPr lang="en-US" altLang="ko-KR" dirty="0"/>
              <a:t>. </a:t>
            </a:r>
            <a:r>
              <a:rPr lang="ko-KR" altLang="en-US" dirty="0"/>
              <a:t>히스토리 하나를 누르면 해당 컨텐츠들을 확인할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예상 결과물로는 </a:t>
            </a:r>
            <a:r>
              <a:rPr lang="en" altLang="ko-KR" dirty="0"/>
              <a:t>AR </a:t>
            </a:r>
            <a:r>
              <a:rPr lang="ko-KR" altLang="en-US" dirty="0"/>
              <a:t>카메라를 이용한 캡슐 확인</a:t>
            </a:r>
            <a:r>
              <a:rPr lang="en-US" altLang="ko-KR" dirty="0"/>
              <a:t>, </a:t>
            </a:r>
            <a:r>
              <a:rPr lang="ko-KR" altLang="en-US" dirty="0" err="1"/>
              <a:t>커스텀한</a:t>
            </a:r>
            <a:r>
              <a:rPr lang="ko-KR" altLang="en-US" dirty="0"/>
              <a:t> 캡슐 스킨 제작</a:t>
            </a:r>
            <a:r>
              <a:rPr lang="en-US" altLang="ko-KR" dirty="0"/>
              <a:t>, </a:t>
            </a:r>
            <a:r>
              <a:rPr lang="ko-KR" altLang="en-US" dirty="0"/>
              <a:t>캡슐 데이터 필터링</a:t>
            </a:r>
            <a:r>
              <a:rPr lang="en-US" altLang="ko-KR" dirty="0"/>
              <a:t>, </a:t>
            </a:r>
            <a:r>
              <a:rPr lang="en" altLang="ko-KR" dirty="0"/>
              <a:t>GPS, </a:t>
            </a:r>
            <a:r>
              <a:rPr lang="ko-KR" altLang="en-US" dirty="0"/>
              <a:t>시간 기반의 알림 등의 기능을 갖춘 구글 스토어에 등록된 애플리케이션입니다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개발 방법으로는 </a:t>
            </a:r>
            <a:r>
              <a:rPr lang="en" altLang="ko-KR" dirty="0"/>
              <a:t>Agile </a:t>
            </a:r>
            <a:r>
              <a:rPr lang="ko-KR" altLang="en-US" dirty="0"/>
              <a:t>방법론의 </a:t>
            </a:r>
            <a:r>
              <a:rPr lang="en" altLang="ko-KR" dirty="0"/>
              <a:t>Scrum framework</a:t>
            </a:r>
            <a:r>
              <a:rPr lang="ko-KR" altLang="en-US" dirty="0" err="1"/>
              <a:t>를</a:t>
            </a:r>
            <a:r>
              <a:rPr lang="ko-KR" altLang="en-US" dirty="0"/>
              <a:t> 이용하고</a:t>
            </a:r>
            <a:r>
              <a:rPr lang="en-US" altLang="ko-KR" dirty="0"/>
              <a:t>, </a:t>
            </a:r>
            <a:r>
              <a:rPr lang="en" altLang="ko-KR" dirty="0"/>
              <a:t>MVVM </a:t>
            </a:r>
            <a:r>
              <a:rPr lang="ko-KR" altLang="en-US" dirty="0"/>
              <a:t>패턴으로 앱을 개발하며</a:t>
            </a:r>
            <a:r>
              <a:rPr lang="en-US" altLang="ko-KR" dirty="0"/>
              <a:t>, </a:t>
            </a:r>
            <a:r>
              <a:rPr lang="ko-KR" altLang="en-US" dirty="0"/>
              <a:t>테스트 </a:t>
            </a:r>
            <a:r>
              <a:rPr lang="ko-KR" altLang="en-US" dirty="0" err="1"/>
              <a:t>커버리지를</a:t>
            </a:r>
            <a:r>
              <a:rPr lang="ko-KR" altLang="en-US" dirty="0"/>
              <a:t> 일정 수준 유지하며 구축해 나갈 생각입니다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381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프론트 </a:t>
            </a:r>
            <a:r>
              <a:rPr lang="en-US" altLang="ko-KR" dirty="0"/>
              <a:t>2</a:t>
            </a:r>
            <a:r>
              <a:rPr lang="ko-KR" altLang="en-US" dirty="0"/>
              <a:t>명과 </a:t>
            </a:r>
            <a:r>
              <a:rPr lang="ko-KR" altLang="en-US" dirty="0" err="1"/>
              <a:t>백엔드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명이 적절하게 업무를 분담하였습니다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4425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다음과 같이 종합 설계를 수행할 예정입니다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2479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저희가 개발을 관리할 </a:t>
            </a:r>
            <a:r>
              <a:rPr lang="ko-KR" altLang="en-US" dirty="0" err="1"/>
              <a:t>깃허브</a:t>
            </a:r>
            <a:r>
              <a:rPr lang="ko-KR" altLang="en-US" dirty="0"/>
              <a:t> 주소입니다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410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참고문헌으로는 </a:t>
            </a:r>
            <a:r>
              <a:rPr lang="en" altLang="ko-KR" dirty="0"/>
              <a:t>Spring boot, android developer, Docker </a:t>
            </a:r>
            <a:r>
              <a:rPr lang="ko-KR" altLang="en-US" dirty="0"/>
              <a:t>공식문서를 참고할 </a:t>
            </a:r>
            <a:r>
              <a:rPr lang="ko-KR" altLang="en-US" dirty="0" err="1"/>
              <a:t>상각입니다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7130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이상 발표를 마치겠습니다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감사합니다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57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E5B7893-B19E-8088-4FF7-838583216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6317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7054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989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587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25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25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32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D7A74F1F-E960-062C-549C-C7F88B6526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5765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1239391"/>
            <a:ext cx="11794131" cy="5618608"/>
          </a:xfrm>
          <a:prstGeom prst="rect">
            <a:avLst/>
          </a:prstGeom>
        </p:spPr>
      </p:pic>
      <p:pic>
        <p:nvPicPr>
          <p:cNvPr id="4" name="그림 3" descr="텍스트, 도표, 스크린샷, 평면도이(가) 표시된 사진  자동 생성된 설명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9063" y="1190624"/>
            <a:ext cx="11043525" cy="558591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683726" y="81460"/>
            <a:ext cx="3431548" cy="67277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79933" y="16347"/>
            <a:ext cx="1103213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666578" y="1243653"/>
            <a:ext cx="2832100" cy="5245100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679950" y="1250357"/>
            <a:ext cx="2832100" cy="5245100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79950" y="1203138"/>
            <a:ext cx="2832100" cy="524510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45662" y="1195945"/>
            <a:ext cx="2832100" cy="5245100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700866" y="1148237"/>
            <a:ext cx="2832100" cy="5245100"/>
          </a:xfrm>
          <a:prstGeom prst="rect">
            <a:avLst/>
          </a:prstGeom>
        </p:spPr>
      </p:pic>
      <p:pic>
        <p:nvPicPr>
          <p:cNvPr id="51" name="그림 5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756070" y="1168495"/>
            <a:ext cx="2832100" cy="5245100"/>
          </a:xfrm>
          <a:prstGeom prst="rect">
            <a:avLst/>
          </a:prstGeom>
        </p:spPr>
      </p:pic>
      <p:pic>
        <p:nvPicPr>
          <p:cNvPr id="56" name="그림 5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737020" y="1141044"/>
            <a:ext cx="2870200" cy="5245100"/>
          </a:xfrm>
          <a:prstGeom prst="rect">
            <a:avLst/>
          </a:prstGeom>
        </p:spPr>
      </p:pic>
      <p:sp>
        <p:nvSpPr>
          <p:cNvPr id="2" name="왼쪽 화살표[L] 1">
            <a:extLst>
              <a:ext uri="{FF2B5EF4-FFF2-40B4-BE49-F238E27FC236}">
                <a16:creationId xmlns:a16="http://schemas.microsoft.com/office/drawing/2014/main" id="{E44F7541-F41F-BE69-9886-D21449FF2FB0}"/>
              </a:ext>
            </a:extLst>
          </p:cNvPr>
          <p:cNvSpPr/>
          <p:nvPr/>
        </p:nvSpPr>
        <p:spPr>
          <a:xfrm rot="11701106">
            <a:off x="3077110" y="1615366"/>
            <a:ext cx="1927022" cy="954783"/>
          </a:xfrm>
          <a:prstGeom prst="lef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pic>
        <p:nvPicPr>
          <p:cNvPr id="57" name="그림 56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622720" y="1127979"/>
            <a:ext cx="3098800" cy="5245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790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530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C5C041-55B3-7847-0D96-B89DC9E0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820" y="1513888"/>
            <a:ext cx="2075180" cy="211872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D79EBE5-61CC-89F8-EA0E-DF8990C08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130" y="1711936"/>
            <a:ext cx="1936332" cy="21869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F6AC49-6FD1-D237-F3D5-27BF82A828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7302" y="1649693"/>
            <a:ext cx="2075179" cy="203055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B25D811-38E4-D7B4-C722-15A4C44009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9518" y="1851314"/>
            <a:ext cx="1936332" cy="198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277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7463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80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878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7065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607</Words>
  <Application>Microsoft Office PowerPoint</Application>
  <PresentationFormat>와이드스크린</PresentationFormat>
  <Paragraphs>35</Paragraphs>
  <Slides>19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3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민수</dc:creator>
  <cp:lastModifiedBy>GWANGIL JEON</cp:lastModifiedBy>
  <cp:revision>109</cp:revision>
  <dcterms:created xsi:type="dcterms:W3CDTF">2023-11-20T12:15:07Z</dcterms:created>
  <dcterms:modified xsi:type="dcterms:W3CDTF">2025-06-07T15:28:32Z</dcterms:modified>
  <cp:version/>
</cp:coreProperties>
</file>