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5" r:id="rId2"/>
  </p:sldIdLst>
  <p:sldSz cx="22477413" cy="30481588"/>
  <p:notesSz cx="6858000" cy="10013950"/>
  <p:defaultTextStyle>
    <a:defPPr>
      <a:defRPr lang="ko-KR"/>
    </a:defPPr>
    <a:lvl1pPr algn="l" rtl="0" fontAlgn="base" latinLnBrk="1">
      <a:spcBef>
        <a:spcPct val="20000"/>
      </a:spcBef>
      <a:spcAft>
        <a:spcPct val="0"/>
      </a:spcAft>
      <a:defRPr kumimoji="1" sz="4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20000"/>
      </a:spcBef>
      <a:spcAft>
        <a:spcPct val="0"/>
      </a:spcAft>
      <a:defRPr kumimoji="1" sz="4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20000"/>
      </a:spcBef>
      <a:spcAft>
        <a:spcPct val="0"/>
      </a:spcAft>
      <a:defRPr kumimoji="1" sz="4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20000"/>
      </a:spcBef>
      <a:spcAft>
        <a:spcPct val="0"/>
      </a:spcAft>
      <a:defRPr kumimoji="1" sz="4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20000"/>
      </a:spcBef>
      <a:spcAft>
        <a:spcPct val="0"/>
      </a:spcAft>
      <a:defRPr kumimoji="1" sz="4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4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4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4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4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8" autoAdjust="0"/>
    <p:restoredTop sz="94610" autoAdjust="0"/>
  </p:normalViewPr>
  <p:slideViewPr>
    <p:cSldViewPr>
      <p:cViewPr>
        <p:scale>
          <a:sx n="33" d="100"/>
          <a:sy n="33" d="100"/>
        </p:scale>
        <p:origin x="-828" y="1410"/>
      </p:cViewPr>
      <p:guideLst>
        <p:guide orient="horz" pos="9601"/>
        <p:guide pos="7080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t" anchorCtr="0" compatLnSpc="1">
            <a:prstTxWarp prst="textNoShape">
              <a:avLst/>
            </a:prstTxWarp>
          </a:bodyPr>
          <a:lstStyle>
            <a:lvl1pPr defTabSz="925513">
              <a:defRPr sz="1200"/>
            </a:lvl1pPr>
          </a:lstStyle>
          <a:p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3387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t" anchorCtr="0" compatLnSpc="1">
            <a:prstTxWarp prst="textNoShape">
              <a:avLst/>
            </a:prstTxWarp>
          </a:bodyPr>
          <a:lstStyle>
            <a:lvl1pPr algn="r" defTabSz="925513">
              <a:defRPr sz="1200"/>
            </a:lvl1pPr>
          </a:lstStyle>
          <a:p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13888"/>
            <a:ext cx="2973388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b" anchorCtr="0" compatLnSpc="1">
            <a:prstTxWarp prst="textNoShape">
              <a:avLst/>
            </a:prstTxWarp>
          </a:bodyPr>
          <a:lstStyle>
            <a:lvl1pPr defTabSz="925513">
              <a:defRPr sz="1200"/>
            </a:lvl1pPr>
          </a:lstStyle>
          <a:p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9513888"/>
            <a:ext cx="2973387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55" tIns="46227" rIns="92455" bIns="46227" numCol="1" anchor="b" anchorCtr="0" compatLnSpc="1">
            <a:prstTxWarp prst="textNoShape">
              <a:avLst/>
            </a:prstTxWarp>
          </a:bodyPr>
          <a:lstStyle>
            <a:lvl1pPr algn="r" defTabSz="925513">
              <a:defRPr sz="1200"/>
            </a:lvl1pPr>
          </a:lstStyle>
          <a:p>
            <a:fld id="{050D94F5-C0C6-467F-A717-89F6783A7D2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/>
            </a:lvl1pPr>
          </a:lstStyle>
          <a:p>
            <a:endParaRPr lang="en-US" altLang="ko-KR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endParaRPr lang="en-US" altLang="ko-KR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44700" y="750888"/>
            <a:ext cx="2768600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756150"/>
            <a:ext cx="5486400" cy="450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230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/>
            </a:lvl1pPr>
          </a:lstStyle>
          <a:p>
            <a:endParaRPr lang="en-US" altLang="ko-KR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51230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fld id="{2D68F7A3-415D-4DBA-8A48-23CDB70805AA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49C390-C599-47F5-8732-5C86204BC96C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2560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046288" y="750888"/>
            <a:ext cx="2768600" cy="3756025"/>
          </a:xfrm>
          <a:ln/>
        </p:spPr>
      </p:sp>
      <p:sp>
        <p:nvSpPr>
          <p:cNvPr id="2560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lIns="96383" tIns="48191" rIns="96383" bIns="48191"/>
          <a:lstStyle/>
          <a:p>
            <a:pPr defTabSz="912813">
              <a:spcBef>
                <a:spcPct val="0"/>
              </a:spcBef>
            </a:pPr>
            <a:endParaRPr lang="ko-KR" altLang="ko-KR"/>
          </a:p>
        </p:txBody>
      </p:sp>
      <p:sp>
        <p:nvSpPr>
          <p:cNvPr id="25604" name="슬라이드 번호 개체 틀 3"/>
          <p:cNvSpPr txBox="1">
            <a:spLocks noGrp="1"/>
          </p:cNvSpPr>
          <p:nvPr/>
        </p:nvSpPr>
        <p:spPr bwMode="auto">
          <a:xfrm>
            <a:off x="3884613" y="9510713"/>
            <a:ext cx="29718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383" tIns="48191" rIns="96383" bIns="48191" anchor="b"/>
          <a:lstStyle/>
          <a:p>
            <a:pPr algn="r" defTabSz="962025">
              <a:spcBef>
                <a:spcPct val="0"/>
              </a:spcBef>
            </a:pPr>
            <a:fld id="{2C8F8B25-6D55-4C01-9586-186F1946CB6C}" type="slidenum">
              <a:rPr kumimoji="0" lang="en-US" altLang="ko-KR" sz="1200">
                <a:latin typeface="맑은 고딕" pitchFamily="50" charset="-127"/>
                <a:ea typeface="맑은 고딕" pitchFamily="50" charset="-127"/>
              </a:rPr>
              <a:pPr algn="r" defTabSz="962025">
                <a:spcBef>
                  <a:spcPct val="0"/>
                </a:spcBef>
              </a:pPr>
              <a:t>1</a:t>
            </a:fld>
            <a:endParaRPr kumimoji="0" lang="en-US" altLang="ko-KR" sz="120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85925" y="9469438"/>
            <a:ext cx="19105563" cy="653415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371850" y="17273588"/>
            <a:ext cx="15733713" cy="77882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B96171-4D45-489C-9F46-D5AB2042E77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BC8DAE-1152-4AC2-89FA-561AD863F6B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4825" y="19586575"/>
            <a:ext cx="19107150" cy="60547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74825" y="12919075"/>
            <a:ext cx="19107150" cy="66675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64AF64-9974-4E6A-94C9-C0DA70CC9E58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685925" y="8807450"/>
            <a:ext cx="9475788" cy="18289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1314113" y="8807450"/>
            <a:ext cx="9477375" cy="18289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1D162E-7C99-4E07-88BC-1CDDD8B926C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23950" y="1220788"/>
            <a:ext cx="20229513" cy="5080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23950" y="6823075"/>
            <a:ext cx="9931400" cy="28432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123950" y="9666288"/>
            <a:ext cx="9931400" cy="17562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1418888" y="6823075"/>
            <a:ext cx="9934575" cy="28432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1418888" y="9666288"/>
            <a:ext cx="9934575" cy="17562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51A03-63BC-43D9-A6D1-161943CB073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3D4839-D6E8-45DC-A474-650A03D706D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86D98B-B355-47D6-B1AF-2687496FA6B8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23950" y="1212850"/>
            <a:ext cx="7394575" cy="51657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788400" y="1212850"/>
            <a:ext cx="12565063" cy="260159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23950" y="6378575"/>
            <a:ext cx="7394575" cy="208502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4E82B6-283B-4981-A9FC-E3360DD5A5AB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05313" y="21337588"/>
            <a:ext cx="13487400" cy="25177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405313" y="2724150"/>
            <a:ext cx="13487400" cy="1828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405313" y="23855363"/>
            <a:ext cx="13487400" cy="35782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233BD0-69D6-477B-A447-422A0C70CB9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C4DC32-82F3-4DB0-8527-94D8910F28C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6016288" y="2711450"/>
            <a:ext cx="4775200" cy="2438558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685925" y="2711450"/>
            <a:ext cx="14177963" cy="2438558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F02E5A-5952-429B-9BDB-B950EB7AAD7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85925" y="2711450"/>
            <a:ext cx="19105563" cy="5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2588" tIns="151294" rIns="302588" bIns="15129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85925" y="8807450"/>
            <a:ext cx="19105563" cy="1828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2588" tIns="151294" rIns="302588" bIns="1512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85925" y="27770138"/>
            <a:ext cx="4683125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2588" tIns="151294" rIns="302588" bIns="151294" numCol="1" anchor="t" anchorCtr="0" compatLnSpc="1">
            <a:prstTxWarp prst="textNoShape">
              <a:avLst/>
            </a:prstTxWarp>
          </a:bodyPr>
          <a:lstStyle>
            <a:lvl1pPr defTabSz="3024188">
              <a:spcBef>
                <a:spcPct val="0"/>
              </a:spcBef>
              <a:defRPr sz="4700"/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80325" y="27770138"/>
            <a:ext cx="7116763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2588" tIns="151294" rIns="302588" bIns="151294" numCol="1" anchor="t" anchorCtr="0" compatLnSpc="1">
            <a:prstTxWarp prst="textNoShape">
              <a:avLst/>
            </a:prstTxWarp>
          </a:bodyPr>
          <a:lstStyle>
            <a:lvl1pPr algn="ctr" defTabSz="3024188">
              <a:spcBef>
                <a:spcPct val="0"/>
              </a:spcBef>
              <a:defRPr sz="4700"/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6108363" y="27770138"/>
            <a:ext cx="4683125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2588" tIns="151294" rIns="302588" bIns="151294" numCol="1" anchor="t" anchorCtr="0" compatLnSpc="1">
            <a:prstTxWarp prst="textNoShape">
              <a:avLst/>
            </a:prstTxWarp>
          </a:bodyPr>
          <a:lstStyle>
            <a:lvl1pPr algn="r" defTabSz="3024188">
              <a:spcBef>
                <a:spcPct val="0"/>
              </a:spcBef>
              <a:defRPr sz="4700"/>
            </a:lvl1pPr>
          </a:lstStyle>
          <a:p>
            <a:fld id="{4F180295-FCC2-4ED7-A27D-52E3535397C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24188" rtl="0" fontAlgn="base" latinLnBrk="1">
        <a:spcBef>
          <a:spcPct val="0"/>
        </a:spcBef>
        <a:spcAft>
          <a:spcPct val="0"/>
        </a:spcAft>
        <a:defRPr kumimoji="1" sz="145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024188" rtl="0" fontAlgn="base" latinLnBrk="1">
        <a:spcBef>
          <a:spcPct val="0"/>
        </a:spcBef>
        <a:spcAft>
          <a:spcPct val="0"/>
        </a:spcAft>
        <a:defRPr kumimoji="1" sz="145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defTabSz="3024188" rtl="0" fontAlgn="base" latinLnBrk="1">
        <a:spcBef>
          <a:spcPct val="0"/>
        </a:spcBef>
        <a:spcAft>
          <a:spcPct val="0"/>
        </a:spcAft>
        <a:defRPr kumimoji="1" sz="145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defTabSz="3024188" rtl="0" fontAlgn="base" latinLnBrk="1">
        <a:spcBef>
          <a:spcPct val="0"/>
        </a:spcBef>
        <a:spcAft>
          <a:spcPct val="0"/>
        </a:spcAft>
        <a:defRPr kumimoji="1" sz="145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defTabSz="3024188" rtl="0" fontAlgn="base" latinLnBrk="1">
        <a:spcBef>
          <a:spcPct val="0"/>
        </a:spcBef>
        <a:spcAft>
          <a:spcPct val="0"/>
        </a:spcAft>
        <a:defRPr kumimoji="1" sz="145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defTabSz="3024188" rtl="0" fontAlgn="base" latinLnBrk="1">
        <a:spcBef>
          <a:spcPct val="0"/>
        </a:spcBef>
        <a:spcAft>
          <a:spcPct val="0"/>
        </a:spcAft>
        <a:defRPr kumimoji="1" sz="145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defTabSz="3024188" rtl="0" fontAlgn="base" latinLnBrk="1">
        <a:spcBef>
          <a:spcPct val="0"/>
        </a:spcBef>
        <a:spcAft>
          <a:spcPct val="0"/>
        </a:spcAft>
        <a:defRPr kumimoji="1" sz="145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defTabSz="3024188" rtl="0" fontAlgn="base" latinLnBrk="1">
        <a:spcBef>
          <a:spcPct val="0"/>
        </a:spcBef>
        <a:spcAft>
          <a:spcPct val="0"/>
        </a:spcAft>
        <a:defRPr kumimoji="1" sz="145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defTabSz="3024188" rtl="0" fontAlgn="base" latinLnBrk="1">
        <a:spcBef>
          <a:spcPct val="0"/>
        </a:spcBef>
        <a:spcAft>
          <a:spcPct val="0"/>
        </a:spcAft>
        <a:defRPr kumimoji="1" sz="145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1133475" indent="-1133475" algn="l" defTabSz="3024188" rtl="0" fontAlgn="base" latinLnBrk="1">
        <a:spcBef>
          <a:spcPct val="20000"/>
        </a:spcBef>
        <a:spcAft>
          <a:spcPct val="0"/>
        </a:spcAft>
        <a:buChar char="•"/>
        <a:defRPr kumimoji="1" sz="10400">
          <a:solidFill>
            <a:schemeClr val="tx1"/>
          </a:solidFill>
          <a:latin typeface="+mn-lt"/>
          <a:ea typeface="+mn-ea"/>
          <a:cs typeface="+mn-cs"/>
        </a:defRPr>
      </a:lvl1pPr>
      <a:lvl2pPr marL="2457450" indent="-942975" algn="l" defTabSz="3024188" rtl="0" fontAlgn="base" latinLnBrk="1">
        <a:spcBef>
          <a:spcPct val="20000"/>
        </a:spcBef>
        <a:spcAft>
          <a:spcPct val="0"/>
        </a:spcAft>
        <a:buChar char="–"/>
        <a:defRPr kumimoji="1" sz="9200">
          <a:solidFill>
            <a:schemeClr val="tx1"/>
          </a:solidFill>
          <a:latin typeface="+mn-lt"/>
          <a:ea typeface="+mn-ea"/>
        </a:defRPr>
      </a:lvl2pPr>
      <a:lvl3pPr marL="3781425" indent="-757238" algn="l" defTabSz="3024188" rtl="0" fontAlgn="base" latinLnBrk="1">
        <a:spcBef>
          <a:spcPct val="20000"/>
        </a:spcBef>
        <a:spcAft>
          <a:spcPct val="0"/>
        </a:spcAft>
        <a:buChar char="•"/>
        <a:defRPr kumimoji="1" sz="7900">
          <a:solidFill>
            <a:schemeClr val="tx1"/>
          </a:solidFill>
          <a:latin typeface="+mn-lt"/>
          <a:ea typeface="+mn-ea"/>
        </a:defRPr>
      </a:lvl3pPr>
      <a:lvl4pPr marL="5295900" indent="-757238" algn="l" defTabSz="3024188" rtl="0" fontAlgn="base" latinLnBrk="1">
        <a:spcBef>
          <a:spcPct val="20000"/>
        </a:spcBef>
        <a:spcAft>
          <a:spcPct val="0"/>
        </a:spcAft>
        <a:buChar char="–"/>
        <a:defRPr kumimoji="1" sz="6600">
          <a:solidFill>
            <a:schemeClr val="tx1"/>
          </a:solidFill>
          <a:latin typeface="+mn-lt"/>
          <a:ea typeface="+mn-ea"/>
        </a:defRPr>
      </a:lvl4pPr>
      <a:lvl5pPr marL="6810375" indent="-757238" algn="l" defTabSz="3024188" rtl="0" fontAlgn="base" latinLnBrk="1">
        <a:spcBef>
          <a:spcPct val="20000"/>
        </a:spcBef>
        <a:spcAft>
          <a:spcPct val="0"/>
        </a:spcAft>
        <a:buChar char="»"/>
        <a:defRPr kumimoji="1" sz="6600">
          <a:solidFill>
            <a:schemeClr val="tx1"/>
          </a:solidFill>
          <a:latin typeface="+mn-lt"/>
          <a:ea typeface="+mn-ea"/>
        </a:defRPr>
      </a:lvl5pPr>
      <a:lvl6pPr marL="7267575" indent="-757238" algn="l" defTabSz="3024188" rtl="0" fontAlgn="base" latinLnBrk="1">
        <a:spcBef>
          <a:spcPct val="20000"/>
        </a:spcBef>
        <a:spcAft>
          <a:spcPct val="0"/>
        </a:spcAft>
        <a:buChar char="»"/>
        <a:defRPr kumimoji="1" sz="6600">
          <a:solidFill>
            <a:schemeClr val="tx1"/>
          </a:solidFill>
          <a:latin typeface="+mn-lt"/>
          <a:ea typeface="+mn-ea"/>
        </a:defRPr>
      </a:lvl6pPr>
      <a:lvl7pPr marL="7724775" indent="-757238" algn="l" defTabSz="3024188" rtl="0" fontAlgn="base" latinLnBrk="1">
        <a:spcBef>
          <a:spcPct val="20000"/>
        </a:spcBef>
        <a:spcAft>
          <a:spcPct val="0"/>
        </a:spcAft>
        <a:buChar char="»"/>
        <a:defRPr kumimoji="1" sz="6600">
          <a:solidFill>
            <a:schemeClr val="tx1"/>
          </a:solidFill>
          <a:latin typeface="+mn-lt"/>
          <a:ea typeface="+mn-ea"/>
        </a:defRPr>
      </a:lvl7pPr>
      <a:lvl8pPr marL="8181975" indent="-757238" algn="l" defTabSz="3024188" rtl="0" fontAlgn="base" latinLnBrk="1">
        <a:spcBef>
          <a:spcPct val="20000"/>
        </a:spcBef>
        <a:spcAft>
          <a:spcPct val="0"/>
        </a:spcAft>
        <a:buChar char="»"/>
        <a:defRPr kumimoji="1" sz="6600">
          <a:solidFill>
            <a:schemeClr val="tx1"/>
          </a:solidFill>
          <a:latin typeface="+mn-lt"/>
          <a:ea typeface="+mn-ea"/>
        </a:defRPr>
      </a:lvl8pPr>
      <a:lvl9pPr marL="8639175" indent="-757238" algn="l" defTabSz="3024188" rtl="0" fontAlgn="base" latinLnBrk="1">
        <a:spcBef>
          <a:spcPct val="20000"/>
        </a:spcBef>
        <a:spcAft>
          <a:spcPct val="0"/>
        </a:spcAft>
        <a:buChar char="»"/>
        <a:defRPr kumimoji="1" sz="6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gif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54"/>
          <p:cNvSpPr>
            <a:spLocks noChangeArrowheads="1"/>
          </p:cNvSpPr>
          <p:nvPr/>
        </p:nvSpPr>
        <p:spPr bwMode="auto">
          <a:xfrm>
            <a:off x="0" y="1890713"/>
            <a:ext cx="22488525" cy="1025525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79" name="Freeform 155"/>
          <p:cNvSpPr>
            <a:spLocks/>
          </p:cNvSpPr>
          <p:nvPr/>
        </p:nvSpPr>
        <p:spPr bwMode="auto">
          <a:xfrm>
            <a:off x="1316038" y="1089025"/>
            <a:ext cx="379412" cy="234950"/>
          </a:xfrm>
          <a:custGeom>
            <a:avLst/>
            <a:gdLst>
              <a:gd name="T0" fmla="*/ 48 w 73"/>
              <a:gd name="T1" fmla="*/ 0 h 48"/>
              <a:gd name="T2" fmla="*/ 48 w 73"/>
              <a:gd name="T3" fmla="*/ 23 h 48"/>
              <a:gd name="T4" fmla="*/ 25 w 73"/>
              <a:gd name="T5" fmla="*/ 23 h 48"/>
              <a:gd name="T6" fmla="*/ 25 w 73"/>
              <a:gd name="T7" fmla="*/ 0 h 48"/>
              <a:gd name="T8" fmla="*/ 0 w 73"/>
              <a:gd name="T9" fmla="*/ 0 h 48"/>
              <a:gd name="T10" fmla="*/ 0 w 73"/>
              <a:gd name="T11" fmla="*/ 48 h 48"/>
              <a:gd name="T12" fmla="*/ 73 w 73"/>
              <a:gd name="T13" fmla="*/ 48 h 48"/>
              <a:gd name="T14" fmla="*/ 73 w 73"/>
              <a:gd name="T15" fmla="*/ 0 h 48"/>
              <a:gd name="T16" fmla="*/ 48 w 73"/>
              <a:gd name="T17" fmla="*/ 0 h 4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3"/>
              <a:gd name="T28" fmla="*/ 0 h 48"/>
              <a:gd name="T29" fmla="*/ 73 w 73"/>
              <a:gd name="T30" fmla="*/ 48 h 4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3" h="48">
                <a:moveTo>
                  <a:pt x="48" y="0"/>
                </a:moveTo>
                <a:lnTo>
                  <a:pt x="48" y="23"/>
                </a:lnTo>
                <a:lnTo>
                  <a:pt x="25" y="23"/>
                </a:lnTo>
                <a:lnTo>
                  <a:pt x="25" y="0"/>
                </a:lnTo>
                <a:lnTo>
                  <a:pt x="0" y="0"/>
                </a:lnTo>
                <a:lnTo>
                  <a:pt x="0" y="48"/>
                </a:lnTo>
                <a:lnTo>
                  <a:pt x="73" y="48"/>
                </a:lnTo>
                <a:lnTo>
                  <a:pt x="73" y="0"/>
                </a:lnTo>
                <a:lnTo>
                  <a:pt x="48" y="0"/>
                </a:lnTo>
                <a:close/>
              </a:path>
            </a:pathLst>
          </a:custGeom>
          <a:solidFill>
            <a:srgbClr val="0072B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80" name="Freeform 156"/>
          <p:cNvSpPr>
            <a:spLocks noEditPoints="1"/>
          </p:cNvSpPr>
          <p:nvPr/>
        </p:nvSpPr>
        <p:spPr bwMode="auto">
          <a:xfrm>
            <a:off x="936625" y="733425"/>
            <a:ext cx="379413" cy="590550"/>
          </a:xfrm>
          <a:custGeom>
            <a:avLst/>
            <a:gdLst>
              <a:gd name="T0" fmla="*/ 73 w 73"/>
              <a:gd name="T1" fmla="*/ 0 h 121"/>
              <a:gd name="T2" fmla="*/ 25 w 73"/>
              <a:gd name="T3" fmla="*/ 0 h 121"/>
              <a:gd name="T4" fmla="*/ 25 w 73"/>
              <a:gd name="T5" fmla="*/ 23 h 121"/>
              <a:gd name="T6" fmla="*/ 0 w 73"/>
              <a:gd name="T7" fmla="*/ 23 h 121"/>
              <a:gd name="T8" fmla="*/ 0 w 73"/>
              <a:gd name="T9" fmla="*/ 121 h 121"/>
              <a:gd name="T10" fmla="*/ 25 w 73"/>
              <a:gd name="T11" fmla="*/ 121 h 121"/>
              <a:gd name="T12" fmla="*/ 25 w 73"/>
              <a:gd name="T13" fmla="*/ 73 h 121"/>
              <a:gd name="T14" fmla="*/ 73 w 73"/>
              <a:gd name="T15" fmla="*/ 73 h 121"/>
              <a:gd name="T16" fmla="*/ 73 w 73"/>
              <a:gd name="T17" fmla="*/ 0 h 121"/>
              <a:gd name="T18" fmla="*/ 48 w 73"/>
              <a:gd name="T19" fmla="*/ 48 h 121"/>
              <a:gd name="T20" fmla="*/ 25 w 73"/>
              <a:gd name="T21" fmla="*/ 48 h 121"/>
              <a:gd name="T22" fmla="*/ 25 w 73"/>
              <a:gd name="T23" fmla="*/ 23 h 121"/>
              <a:gd name="T24" fmla="*/ 48 w 73"/>
              <a:gd name="T25" fmla="*/ 23 h 121"/>
              <a:gd name="T26" fmla="*/ 48 w 73"/>
              <a:gd name="T27" fmla="*/ 48 h 12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3"/>
              <a:gd name="T43" fmla="*/ 0 h 121"/>
              <a:gd name="T44" fmla="*/ 73 w 73"/>
              <a:gd name="T45" fmla="*/ 121 h 12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3" h="121">
                <a:moveTo>
                  <a:pt x="73" y="0"/>
                </a:moveTo>
                <a:lnTo>
                  <a:pt x="25" y="0"/>
                </a:lnTo>
                <a:lnTo>
                  <a:pt x="25" y="23"/>
                </a:lnTo>
                <a:lnTo>
                  <a:pt x="0" y="23"/>
                </a:lnTo>
                <a:lnTo>
                  <a:pt x="0" y="121"/>
                </a:lnTo>
                <a:lnTo>
                  <a:pt x="25" y="121"/>
                </a:lnTo>
                <a:lnTo>
                  <a:pt x="25" y="73"/>
                </a:lnTo>
                <a:lnTo>
                  <a:pt x="73" y="73"/>
                </a:lnTo>
                <a:lnTo>
                  <a:pt x="73" y="0"/>
                </a:lnTo>
                <a:close/>
                <a:moveTo>
                  <a:pt x="48" y="48"/>
                </a:moveTo>
                <a:lnTo>
                  <a:pt x="25" y="48"/>
                </a:lnTo>
                <a:lnTo>
                  <a:pt x="25" y="23"/>
                </a:lnTo>
                <a:lnTo>
                  <a:pt x="48" y="23"/>
                </a:lnTo>
                <a:lnTo>
                  <a:pt x="48" y="48"/>
                </a:lnTo>
                <a:close/>
              </a:path>
            </a:pathLst>
          </a:custGeom>
          <a:solidFill>
            <a:srgbClr val="F05E22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81" name="Freeform 157"/>
          <p:cNvSpPr>
            <a:spLocks/>
          </p:cNvSpPr>
          <p:nvPr/>
        </p:nvSpPr>
        <p:spPr bwMode="auto">
          <a:xfrm>
            <a:off x="1768475" y="766763"/>
            <a:ext cx="166688" cy="220662"/>
          </a:xfrm>
          <a:custGeom>
            <a:avLst/>
            <a:gdLst>
              <a:gd name="T0" fmla="*/ 0 w 18"/>
              <a:gd name="T1" fmla="*/ 0 h 25"/>
              <a:gd name="T2" fmla="*/ 4 w 18"/>
              <a:gd name="T3" fmla="*/ 0 h 25"/>
              <a:gd name="T4" fmla="*/ 4 w 18"/>
              <a:gd name="T5" fmla="*/ 12 h 25"/>
              <a:gd name="T6" fmla="*/ 4 w 18"/>
              <a:gd name="T7" fmla="*/ 12 h 25"/>
              <a:gd name="T8" fmla="*/ 6 w 18"/>
              <a:gd name="T9" fmla="*/ 10 h 25"/>
              <a:gd name="T10" fmla="*/ 13 w 18"/>
              <a:gd name="T11" fmla="*/ 0 h 25"/>
              <a:gd name="T12" fmla="*/ 17 w 18"/>
              <a:gd name="T13" fmla="*/ 0 h 25"/>
              <a:gd name="T14" fmla="*/ 8 w 18"/>
              <a:gd name="T15" fmla="*/ 11 h 25"/>
              <a:gd name="T16" fmla="*/ 18 w 18"/>
              <a:gd name="T17" fmla="*/ 25 h 25"/>
              <a:gd name="T18" fmla="*/ 14 w 18"/>
              <a:gd name="T19" fmla="*/ 25 h 25"/>
              <a:gd name="T20" fmla="*/ 6 w 18"/>
              <a:gd name="T21" fmla="*/ 13 h 25"/>
              <a:gd name="T22" fmla="*/ 4 w 18"/>
              <a:gd name="T23" fmla="*/ 16 h 25"/>
              <a:gd name="T24" fmla="*/ 4 w 18"/>
              <a:gd name="T25" fmla="*/ 25 h 25"/>
              <a:gd name="T26" fmla="*/ 0 w 18"/>
              <a:gd name="T27" fmla="*/ 25 h 25"/>
              <a:gd name="T28" fmla="*/ 0 w 18"/>
              <a:gd name="T29" fmla="*/ 0 h 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8"/>
              <a:gd name="T46" fmla="*/ 0 h 25"/>
              <a:gd name="T47" fmla="*/ 18 w 18"/>
              <a:gd name="T48" fmla="*/ 25 h 2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8" h="25">
                <a:moveTo>
                  <a:pt x="0" y="0"/>
                </a:moveTo>
                <a:cubicBezTo>
                  <a:pt x="4" y="0"/>
                  <a:pt x="4" y="0"/>
                  <a:pt x="4" y="0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1"/>
                  <a:pt x="5" y="11"/>
                  <a:pt x="6" y="10"/>
                </a:cubicBezTo>
                <a:cubicBezTo>
                  <a:pt x="13" y="0"/>
                  <a:pt x="13" y="0"/>
                  <a:pt x="13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8" y="11"/>
                  <a:pt x="8" y="11"/>
                  <a:pt x="8" y="11"/>
                </a:cubicBezTo>
                <a:cubicBezTo>
                  <a:pt x="18" y="25"/>
                  <a:pt x="18" y="25"/>
                  <a:pt x="18" y="25"/>
                </a:cubicBezTo>
                <a:cubicBezTo>
                  <a:pt x="14" y="25"/>
                  <a:pt x="14" y="25"/>
                  <a:pt x="14" y="25"/>
                </a:cubicBezTo>
                <a:cubicBezTo>
                  <a:pt x="6" y="13"/>
                  <a:pt x="6" y="13"/>
                  <a:pt x="6" y="13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25"/>
                  <a:pt x="4" y="25"/>
                  <a:pt x="4" y="25"/>
                </a:cubicBezTo>
                <a:cubicBezTo>
                  <a:pt x="0" y="25"/>
                  <a:pt x="0" y="25"/>
                  <a:pt x="0" y="25"/>
                </a:cubicBez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82" name="Freeform 158"/>
          <p:cNvSpPr>
            <a:spLocks noEditPoints="1"/>
          </p:cNvSpPr>
          <p:nvPr/>
        </p:nvSpPr>
        <p:spPr bwMode="auto">
          <a:xfrm>
            <a:off x="1946275" y="830263"/>
            <a:ext cx="166688" cy="166687"/>
          </a:xfrm>
          <a:custGeom>
            <a:avLst/>
            <a:gdLst>
              <a:gd name="T0" fmla="*/ 18 w 18"/>
              <a:gd name="T1" fmla="*/ 9 h 19"/>
              <a:gd name="T2" fmla="*/ 9 w 18"/>
              <a:gd name="T3" fmla="*/ 19 h 19"/>
              <a:gd name="T4" fmla="*/ 0 w 18"/>
              <a:gd name="T5" fmla="*/ 10 h 19"/>
              <a:gd name="T6" fmla="*/ 9 w 18"/>
              <a:gd name="T7" fmla="*/ 0 h 19"/>
              <a:gd name="T8" fmla="*/ 18 w 18"/>
              <a:gd name="T9" fmla="*/ 9 h 19"/>
              <a:gd name="T10" fmla="*/ 3 w 18"/>
              <a:gd name="T11" fmla="*/ 9 h 19"/>
              <a:gd name="T12" fmla="*/ 9 w 18"/>
              <a:gd name="T13" fmla="*/ 16 h 19"/>
              <a:gd name="T14" fmla="*/ 14 w 18"/>
              <a:gd name="T15" fmla="*/ 9 h 19"/>
              <a:gd name="T16" fmla="*/ 9 w 18"/>
              <a:gd name="T17" fmla="*/ 2 h 19"/>
              <a:gd name="T18" fmla="*/ 3 w 18"/>
              <a:gd name="T19" fmla="*/ 9 h 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9"/>
              <a:gd name="T32" fmla="*/ 18 w 18"/>
              <a:gd name="T33" fmla="*/ 19 h 1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9">
                <a:moveTo>
                  <a:pt x="18" y="9"/>
                </a:moveTo>
                <a:cubicBezTo>
                  <a:pt x="18" y="16"/>
                  <a:pt x="13" y="19"/>
                  <a:pt x="9" y="19"/>
                </a:cubicBezTo>
                <a:cubicBezTo>
                  <a:pt x="4" y="19"/>
                  <a:pt x="0" y="15"/>
                  <a:pt x="0" y="10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lose/>
                <a:moveTo>
                  <a:pt x="3" y="9"/>
                </a:moveTo>
                <a:cubicBezTo>
                  <a:pt x="3" y="13"/>
                  <a:pt x="6" y="16"/>
                  <a:pt x="9" y="16"/>
                </a:cubicBezTo>
                <a:cubicBezTo>
                  <a:pt x="12" y="16"/>
                  <a:pt x="14" y="13"/>
                  <a:pt x="14" y="9"/>
                </a:cubicBezTo>
                <a:cubicBezTo>
                  <a:pt x="14" y="6"/>
                  <a:pt x="13" y="2"/>
                  <a:pt x="9" y="2"/>
                </a:cubicBezTo>
                <a:cubicBezTo>
                  <a:pt x="5" y="2"/>
                  <a:pt x="3" y="6"/>
                  <a:pt x="3" y="9"/>
                </a:cubicBez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83" name="Freeform 159"/>
          <p:cNvSpPr>
            <a:spLocks/>
          </p:cNvSpPr>
          <p:nvPr/>
        </p:nvSpPr>
        <p:spPr bwMode="auto">
          <a:xfrm>
            <a:off x="2149475" y="830263"/>
            <a:ext cx="82550" cy="157162"/>
          </a:xfrm>
          <a:custGeom>
            <a:avLst/>
            <a:gdLst>
              <a:gd name="T0" fmla="*/ 0 w 9"/>
              <a:gd name="T1" fmla="*/ 6 h 18"/>
              <a:gd name="T2" fmla="*/ 0 w 9"/>
              <a:gd name="T3" fmla="*/ 0 h 18"/>
              <a:gd name="T4" fmla="*/ 2 w 9"/>
              <a:gd name="T5" fmla="*/ 0 h 18"/>
              <a:gd name="T6" fmla="*/ 3 w 9"/>
              <a:gd name="T7" fmla="*/ 4 h 18"/>
              <a:gd name="T8" fmla="*/ 3 w 9"/>
              <a:gd name="T9" fmla="*/ 4 h 18"/>
              <a:gd name="T10" fmla="*/ 8 w 9"/>
              <a:gd name="T11" fmla="*/ 0 h 18"/>
              <a:gd name="T12" fmla="*/ 9 w 9"/>
              <a:gd name="T13" fmla="*/ 0 h 18"/>
              <a:gd name="T14" fmla="*/ 9 w 9"/>
              <a:gd name="T15" fmla="*/ 3 h 18"/>
              <a:gd name="T16" fmla="*/ 8 w 9"/>
              <a:gd name="T17" fmla="*/ 3 h 18"/>
              <a:gd name="T18" fmla="*/ 3 w 9"/>
              <a:gd name="T19" fmla="*/ 7 h 18"/>
              <a:gd name="T20" fmla="*/ 3 w 9"/>
              <a:gd name="T21" fmla="*/ 9 h 18"/>
              <a:gd name="T22" fmla="*/ 3 w 9"/>
              <a:gd name="T23" fmla="*/ 18 h 18"/>
              <a:gd name="T24" fmla="*/ 0 w 9"/>
              <a:gd name="T25" fmla="*/ 18 h 18"/>
              <a:gd name="T26" fmla="*/ 0 w 9"/>
              <a:gd name="T27" fmla="*/ 6 h 1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9"/>
              <a:gd name="T43" fmla="*/ 0 h 18"/>
              <a:gd name="T44" fmla="*/ 9 w 9"/>
              <a:gd name="T45" fmla="*/ 18 h 18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9" h="18">
                <a:moveTo>
                  <a:pt x="0" y="6"/>
                </a:moveTo>
                <a:cubicBezTo>
                  <a:pt x="0" y="4"/>
                  <a:pt x="0" y="2"/>
                  <a:pt x="0" y="0"/>
                </a:cubicBezTo>
                <a:cubicBezTo>
                  <a:pt x="2" y="0"/>
                  <a:pt x="2" y="0"/>
                  <a:pt x="2" y="0"/>
                </a:cubicBez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cubicBezTo>
                  <a:pt x="4" y="2"/>
                  <a:pt x="6" y="0"/>
                  <a:pt x="8" y="0"/>
                </a:cubicBezTo>
                <a:cubicBezTo>
                  <a:pt x="8" y="0"/>
                  <a:pt x="8" y="0"/>
                  <a:pt x="9" y="0"/>
                </a:cubicBezTo>
                <a:cubicBezTo>
                  <a:pt x="9" y="3"/>
                  <a:pt x="9" y="3"/>
                  <a:pt x="9" y="3"/>
                </a:cubicBezTo>
                <a:cubicBezTo>
                  <a:pt x="8" y="3"/>
                  <a:pt x="8" y="3"/>
                  <a:pt x="8" y="3"/>
                </a:cubicBezTo>
                <a:cubicBezTo>
                  <a:pt x="5" y="3"/>
                  <a:pt x="4" y="5"/>
                  <a:pt x="3" y="7"/>
                </a:cubicBezTo>
                <a:cubicBezTo>
                  <a:pt x="3" y="8"/>
                  <a:pt x="3" y="8"/>
                  <a:pt x="3" y="9"/>
                </a:cubicBezTo>
                <a:cubicBezTo>
                  <a:pt x="3" y="18"/>
                  <a:pt x="3" y="18"/>
                  <a:pt x="3" y="18"/>
                </a:cubicBezTo>
                <a:cubicBezTo>
                  <a:pt x="0" y="18"/>
                  <a:pt x="0" y="18"/>
                  <a:pt x="0" y="18"/>
                </a:cubicBezTo>
                <a:lnTo>
                  <a:pt x="0" y="6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84" name="Freeform 160"/>
          <p:cNvSpPr>
            <a:spLocks noEditPoints="1"/>
          </p:cNvSpPr>
          <p:nvPr/>
        </p:nvSpPr>
        <p:spPr bwMode="auto">
          <a:xfrm>
            <a:off x="2243138" y="830263"/>
            <a:ext cx="144462" cy="166687"/>
          </a:xfrm>
          <a:custGeom>
            <a:avLst/>
            <a:gdLst>
              <a:gd name="T0" fmla="*/ 3 w 16"/>
              <a:gd name="T1" fmla="*/ 10 h 19"/>
              <a:gd name="T2" fmla="*/ 10 w 16"/>
              <a:gd name="T3" fmla="*/ 16 h 19"/>
              <a:gd name="T4" fmla="*/ 15 w 16"/>
              <a:gd name="T5" fmla="*/ 15 h 19"/>
              <a:gd name="T6" fmla="*/ 15 w 16"/>
              <a:gd name="T7" fmla="*/ 18 h 19"/>
              <a:gd name="T8" fmla="*/ 9 w 16"/>
              <a:gd name="T9" fmla="*/ 19 h 19"/>
              <a:gd name="T10" fmla="*/ 0 w 16"/>
              <a:gd name="T11" fmla="*/ 10 h 19"/>
              <a:gd name="T12" fmla="*/ 9 w 16"/>
              <a:gd name="T13" fmla="*/ 0 h 19"/>
              <a:gd name="T14" fmla="*/ 16 w 16"/>
              <a:gd name="T15" fmla="*/ 9 h 19"/>
              <a:gd name="T16" fmla="*/ 16 w 16"/>
              <a:gd name="T17" fmla="*/ 10 h 19"/>
              <a:gd name="T18" fmla="*/ 3 w 16"/>
              <a:gd name="T19" fmla="*/ 10 h 19"/>
              <a:gd name="T20" fmla="*/ 13 w 16"/>
              <a:gd name="T21" fmla="*/ 8 h 19"/>
              <a:gd name="T22" fmla="*/ 8 w 16"/>
              <a:gd name="T23" fmla="*/ 2 h 19"/>
              <a:gd name="T24" fmla="*/ 3 w 16"/>
              <a:gd name="T25" fmla="*/ 8 h 19"/>
              <a:gd name="T26" fmla="*/ 13 w 16"/>
              <a:gd name="T27" fmla="*/ 8 h 1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6"/>
              <a:gd name="T43" fmla="*/ 0 h 19"/>
              <a:gd name="T44" fmla="*/ 16 w 16"/>
              <a:gd name="T45" fmla="*/ 19 h 1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6" h="19">
                <a:moveTo>
                  <a:pt x="3" y="10"/>
                </a:moveTo>
                <a:cubicBezTo>
                  <a:pt x="3" y="14"/>
                  <a:pt x="6" y="16"/>
                  <a:pt x="10" y="16"/>
                </a:cubicBezTo>
                <a:cubicBezTo>
                  <a:pt x="12" y="16"/>
                  <a:pt x="13" y="16"/>
                  <a:pt x="15" y="15"/>
                </a:cubicBezTo>
                <a:cubicBezTo>
                  <a:pt x="15" y="18"/>
                  <a:pt x="15" y="18"/>
                  <a:pt x="15" y="18"/>
                </a:cubicBezTo>
                <a:cubicBezTo>
                  <a:pt x="14" y="18"/>
                  <a:pt x="12" y="19"/>
                  <a:pt x="9" y="19"/>
                </a:cubicBezTo>
                <a:cubicBezTo>
                  <a:pt x="4" y="19"/>
                  <a:pt x="0" y="15"/>
                  <a:pt x="0" y="10"/>
                </a:cubicBezTo>
                <a:cubicBezTo>
                  <a:pt x="0" y="4"/>
                  <a:pt x="3" y="0"/>
                  <a:pt x="9" y="0"/>
                </a:cubicBezTo>
                <a:cubicBezTo>
                  <a:pt x="15" y="0"/>
                  <a:pt x="16" y="5"/>
                  <a:pt x="16" y="9"/>
                </a:cubicBezTo>
                <a:cubicBezTo>
                  <a:pt x="16" y="9"/>
                  <a:pt x="16" y="10"/>
                  <a:pt x="16" y="10"/>
                </a:cubicBezTo>
                <a:lnTo>
                  <a:pt x="3" y="10"/>
                </a:lnTo>
                <a:close/>
                <a:moveTo>
                  <a:pt x="13" y="8"/>
                </a:moveTo>
                <a:cubicBezTo>
                  <a:pt x="13" y="6"/>
                  <a:pt x="12" y="2"/>
                  <a:pt x="8" y="2"/>
                </a:cubicBezTo>
                <a:cubicBezTo>
                  <a:pt x="5" y="2"/>
                  <a:pt x="4" y="5"/>
                  <a:pt x="3" y="8"/>
                </a:cubicBezTo>
                <a:lnTo>
                  <a:pt x="13" y="8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85" name="Freeform 161"/>
          <p:cNvSpPr>
            <a:spLocks noEditPoints="1"/>
          </p:cNvSpPr>
          <p:nvPr/>
        </p:nvSpPr>
        <p:spPr bwMode="auto">
          <a:xfrm>
            <a:off x="2419350" y="830263"/>
            <a:ext cx="125413" cy="166687"/>
          </a:xfrm>
          <a:custGeom>
            <a:avLst/>
            <a:gdLst>
              <a:gd name="T0" fmla="*/ 14 w 14"/>
              <a:gd name="T1" fmla="*/ 14 h 19"/>
              <a:gd name="T2" fmla="*/ 14 w 14"/>
              <a:gd name="T3" fmla="*/ 18 h 19"/>
              <a:gd name="T4" fmla="*/ 11 w 14"/>
              <a:gd name="T5" fmla="*/ 18 h 19"/>
              <a:gd name="T6" fmla="*/ 11 w 14"/>
              <a:gd name="T7" fmla="*/ 16 h 19"/>
              <a:gd name="T8" fmla="*/ 11 w 14"/>
              <a:gd name="T9" fmla="*/ 16 h 19"/>
              <a:gd name="T10" fmla="*/ 5 w 14"/>
              <a:gd name="T11" fmla="*/ 19 h 19"/>
              <a:gd name="T12" fmla="*/ 0 w 14"/>
              <a:gd name="T13" fmla="*/ 14 h 19"/>
              <a:gd name="T14" fmla="*/ 11 w 14"/>
              <a:gd name="T15" fmla="*/ 7 h 19"/>
              <a:gd name="T16" fmla="*/ 11 w 14"/>
              <a:gd name="T17" fmla="*/ 7 h 19"/>
              <a:gd name="T18" fmla="*/ 6 w 14"/>
              <a:gd name="T19" fmla="*/ 2 h 19"/>
              <a:gd name="T20" fmla="*/ 2 w 14"/>
              <a:gd name="T21" fmla="*/ 4 h 19"/>
              <a:gd name="T22" fmla="*/ 1 w 14"/>
              <a:gd name="T23" fmla="*/ 2 h 19"/>
              <a:gd name="T24" fmla="*/ 7 w 14"/>
              <a:gd name="T25" fmla="*/ 0 h 19"/>
              <a:gd name="T26" fmla="*/ 14 w 14"/>
              <a:gd name="T27" fmla="*/ 7 h 19"/>
              <a:gd name="T28" fmla="*/ 14 w 14"/>
              <a:gd name="T29" fmla="*/ 14 h 19"/>
              <a:gd name="T30" fmla="*/ 11 w 14"/>
              <a:gd name="T31" fmla="*/ 9 h 19"/>
              <a:gd name="T32" fmla="*/ 3 w 14"/>
              <a:gd name="T33" fmla="*/ 13 h 19"/>
              <a:gd name="T34" fmla="*/ 6 w 14"/>
              <a:gd name="T35" fmla="*/ 16 h 19"/>
              <a:gd name="T36" fmla="*/ 10 w 14"/>
              <a:gd name="T37" fmla="*/ 13 h 19"/>
              <a:gd name="T38" fmla="*/ 11 w 14"/>
              <a:gd name="T39" fmla="*/ 12 h 19"/>
              <a:gd name="T40" fmla="*/ 11 w 14"/>
              <a:gd name="T41" fmla="*/ 9 h 1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4"/>
              <a:gd name="T64" fmla="*/ 0 h 19"/>
              <a:gd name="T65" fmla="*/ 14 w 14"/>
              <a:gd name="T66" fmla="*/ 19 h 19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4" h="19">
                <a:moveTo>
                  <a:pt x="14" y="14"/>
                </a:moveTo>
                <a:cubicBezTo>
                  <a:pt x="14" y="16"/>
                  <a:pt x="14" y="17"/>
                  <a:pt x="14" y="18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16"/>
                  <a:pt x="11" y="16"/>
                  <a:pt x="11" y="16"/>
                </a:cubicBezTo>
                <a:cubicBezTo>
                  <a:pt x="11" y="16"/>
                  <a:pt x="11" y="16"/>
                  <a:pt x="11" y="16"/>
                </a:cubicBezTo>
                <a:cubicBezTo>
                  <a:pt x="10" y="18"/>
                  <a:pt x="8" y="19"/>
                  <a:pt x="5" y="19"/>
                </a:cubicBezTo>
                <a:cubicBezTo>
                  <a:pt x="2" y="19"/>
                  <a:pt x="0" y="16"/>
                  <a:pt x="0" y="14"/>
                </a:cubicBezTo>
                <a:cubicBezTo>
                  <a:pt x="0" y="9"/>
                  <a:pt x="4" y="7"/>
                  <a:pt x="11" y="7"/>
                </a:cubicBezTo>
                <a:cubicBezTo>
                  <a:pt x="11" y="7"/>
                  <a:pt x="11" y="7"/>
                  <a:pt x="11" y="7"/>
                </a:cubicBezTo>
                <a:cubicBezTo>
                  <a:pt x="11" y="5"/>
                  <a:pt x="10" y="2"/>
                  <a:pt x="6" y="2"/>
                </a:cubicBezTo>
                <a:cubicBezTo>
                  <a:pt x="5" y="2"/>
                  <a:pt x="3" y="3"/>
                  <a:pt x="2" y="4"/>
                </a:cubicBezTo>
                <a:cubicBezTo>
                  <a:pt x="1" y="2"/>
                  <a:pt x="1" y="2"/>
                  <a:pt x="1" y="2"/>
                </a:cubicBezTo>
                <a:cubicBezTo>
                  <a:pt x="3" y="1"/>
                  <a:pt x="5" y="0"/>
                  <a:pt x="7" y="0"/>
                </a:cubicBezTo>
                <a:cubicBezTo>
                  <a:pt x="12" y="0"/>
                  <a:pt x="14" y="4"/>
                  <a:pt x="14" y="7"/>
                </a:cubicBezTo>
                <a:lnTo>
                  <a:pt x="14" y="14"/>
                </a:lnTo>
                <a:close/>
                <a:moveTo>
                  <a:pt x="11" y="9"/>
                </a:moveTo>
                <a:cubicBezTo>
                  <a:pt x="7" y="9"/>
                  <a:pt x="3" y="10"/>
                  <a:pt x="3" y="13"/>
                </a:cubicBezTo>
                <a:cubicBezTo>
                  <a:pt x="3" y="15"/>
                  <a:pt x="4" y="16"/>
                  <a:pt x="6" y="16"/>
                </a:cubicBezTo>
                <a:cubicBezTo>
                  <a:pt x="8" y="16"/>
                  <a:pt x="10" y="15"/>
                  <a:pt x="10" y="13"/>
                </a:cubicBezTo>
                <a:cubicBezTo>
                  <a:pt x="11" y="12"/>
                  <a:pt x="11" y="12"/>
                  <a:pt x="11" y="12"/>
                </a:cubicBezTo>
                <a:lnTo>
                  <a:pt x="11" y="9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86" name="Freeform 162"/>
          <p:cNvSpPr>
            <a:spLocks noEditPoints="1"/>
          </p:cNvSpPr>
          <p:nvPr/>
        </p:nvSpPr>
        <p:spPr bwMode="auto">
          <a:xfrm>
            <a:off x="1768475" y="1108075"/>
            <a:ext cx="150813" cy="215900"/>
          </a:xfrm>
          <a:custGeom>
            <a:avLst/>
            <a:gdLst>
              <a:gd name="T0" fmla="*/ 0 w 16"/>
              <a:gd name="T1" fmla="*/ 0 h 25"/>
              <a:gd name="T2" fmla="*/ 7 w 16"/>
              <a:gd name="T3" fmla="*/ 0 h 25"/>
              <a:gd name="T4" fmla="*/ 14 w 16"/>
              <a:gd name="T5" fmla="*/ 2 h 25"/>
              <a:gd name="T6" fmla="*/ 16 w 16"/>
              <a:gd name="T7" fmla="*/ 7 h 25"/>
              <a:gd name="T8" fmla="*/ 14 w 16"/>
              <a:gd name="T9" fmla="*/ 12 h 25"/>
              <a:gd name="T10" fmla="*/ 6 w 16"/>
              <a:gd name="T11" fmla="*/ 15 h 25"/>
              <a:gd name="T12" fmla="*/ 4 w 16"/>
              <a:gd name="T13" fmla="*/ 15 h 25"/>
              <a:gd name="T14" fmla="*/ 4 w 16"/>
              <a:gd name="T15" fmla="*/ 25 h 25"/>
              <a:gd name="T16" fmla="*/ 0 w 16"/>
              <a:gd name="T17" fmla="*/ 25 h 25"/>
              <a:gd name="T18" fmla="*/ 0 w 16"/>
              <a:gd name="T19" fmla="*/ 0 h 25"/>
              <a:gd name="T20" fmla="*/ 4 w 16"/>
              <a:gd name="T21" fmla="*/ 12 h 25"/>
              <a:gd name="T22" fmla="*/ 6 w 16"/>
              <a:gd name="T23" fmla="*/ 12 h 25"/>
              <a:gd name="T24" fmla="*/ 13 w 16"/>
              <a:gd name="T25" fmla="*/ 7 h 25"/>
              <a:gd name="T26" fmla="*/ 7 w 16"/>
              <a:gd name="T27" fmla="*/ 2 h 25"/>
              <a:gd name="T28" fmla="*/ 4 w 16"/>
              <a:gd name="T29" fmla="*/ 2 h 25"/>
              <a:gd name="T30" fmla="*/ 4 w 16"/>
              <a:gd name="T31" fmla="*/ 12 h 2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6"/>
              <a:gd name="T49" fmla="*/ 0 h 25"/>
              <a:gd name="T50" fmla="*/ 16 w 16"/>
              <a:gd name="T51" fmla="*/ 25 h 2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6" h="25">
                <a:moveTo>
                  <a:pt x="0" y="0"/>
                </a:moveTo>
                <a:cubicBezTo>
                  <a:pt x="2" y="0"/>
                  <a:pt x="4" y="0"/>
                  <a:pt x="7" y="0"/>
                </a:cubicBezTo>
                <a:cubicBezTo>
                  <a:pt x="10" y="0"/>
                  <a:pt x="12" y="0"/>
                  <a:pt x="14" y="2"/>
                </a:cubicBezTo>
                <a:cubicBezTo>
                  <a:pt x="15" y="3"/>
                  <a:pt x="16" y="5"/>
                  <a:pt x="16" y="7"/>
                </a:cubicBezTo>
                <a:cubicBezTo>
                  <a:pt x="16" y="9"/>
                  <a:pt x="15" y="11"/>
                  <a:pt x="14" y="12"/>
                </a:cubicBezTo>
                <a:cubicBezTo>
                  <a:pt x="12" y="14"/>
                  <a:pt x="9" y="15"/>
                  <a:pt x="6" y="15"/>
                </a:cubicBezTo>
                <a:cubicBezTo>
                  <a:pt x="5" y="15"/>
                  <a:pt x="4" y="15"/>
                  <a:pt x="4" y="15"/>
                </a:cubicBezTo>
                <a:cubicBezTo>
                  <a:pt x="4" y="25"/>
                  <a:pt x="4" y="25"/>
                  <a:pt x="4" y="25"/>
                </a:cubicBezTo>
                <a:cubicBezTo>
                  <a:pt x="0" y="25"/>
                  <a:pt x="0" y="25"/>
                  <a:pt x="0" y="25"/>
                </a:cubicBezTo>
                <a:lnTo>
                  <a:pt x="0" y="0"/>
                </a:lnTo>
                <a:close/>
                <a:moveTo>
                  <a:pt x="4" y="12"/>
                </a:moveTo>
                <a:cubicBezTo>
                  <a:pt x="4" y="12"/>
                  <a:pt x="5" y="12"/>
                  <a:pt x="6" y="12"/>
                </a:cubicBezTo>
                <a:cubicBezTo>
                  <a:pt x="10" y="12"/>
                  <a:pt x="13" y="10"/>
                  <a:pt x="13" y="7"/>
                </a:cubicBezTo>
                <a:cubicBezTo>
                  <a:pt x="13" y="4"/>
                  <a:pt x="10" y="2"/>
                  <a:pt x="7" y="2"/>
                </a:cubicBezTo>
                <a:cubicBezTo>
                  <a:pt x="5" y="2"/>
                  <a:pt x="4" y="2"/>
                  <a:pt x="4" y="2"/>
                </a:cubicBezTo>
                <a:lnTo>
                  <a:pt x="4" y="12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87" name="Freeform 163"/>
          <p:cNvSpPr>
            <a:spLocks noEditPoints="1"/>
          </p:cNvSpPr>
          <p:nvPr/>
        </p:nvSpPr>
        <p:spPr bwMode="auto">
          <a:xfrm>
            <a:off x="1935163" y="1157288"/>
            <a:ext cx="157162" cy="166687"/>
          </a:xfrm>
          <a:custGeom>
            <a:avLst/>
            <a:gdLst>
              <a:gd name="T0" fmla="*/ 17 w 17"/>
              <a:gd name="T1" fmla="*/ 10 h 19"/>
              <a:gd name="T2" fmla="*/ 8 w 17"/>
              <a:gd name="T3" fmla="*/ 19 h 19"/>
              <a:gd name="T4" fmla="*/ 0 w 17"/>
              <a:gd name="T5" fmla="*/ 10 h 19"/>
              <a:gd name="T6" fmla="*/ 9 w 17"/>
              <a:gd name="T7" fmla="*/ 0 h 19"/>
              <a:gd name="T8" fmla="*/ 17 w 17"/>
              <a:gd name="T9" fmla="*/ 10 h 19"/>
              <a:gd name="T10" fmla="*/ 3 w 17"/>
              <a:gd name="T11" fmla="*/ 10 h 19"/>
              <a:gd name="T12" fmla="*/ 9 w 17"/>
              <a:gd name="T13" fmla="*/ 17 h 19"/>
              <a:gd name="T14" fmla="*/ 14 w 17"/>
              <a:gd name="T15" fmla="*/ 10 h 19"/>
              <a:gd name="T16" fmla="*/ 9 w 17"/>
              <a:gd name="T17" fmla="*/ 3 h 19"/>
              <a:gd name="T18" fmla="*/ 3 w 17"/>
              <a:gd name="T19" fmla="*/ 10 h 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7"/>
              <a:gd name="T31" fmla="*/ 0 h 19"/>
              <a:gd name="T32" fmla="*/ 17 w 17"/>
              <a:gd name="T33" fmla="*/ 19 h 1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7" h="19">
                <a:moveTo>
                  <a:pt x="17" y="10"/>
                </a:moveTo>
                <a:cubicBezTo>
                  <a:pt x="17" y="16"/>
                  <a:pt x="13" y="19"/>
                  <a:pt x="8" y="19"/>
                </a:cubicBezTo>
                <a:cubicBezTo>
                  <a:pt x="4" y="19"/>
                  <a:pt x="0" y="16"/>
                  <a:pt x="0" y="10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7" y="4"/>
                  <a:pt x="17" y="10"/>
                </a:cubicBezTo>
                <a:close/>
                <a:moveTo>
                  <a:pt x="3" y="10"/>
                </a:moveTo>
                <a:cubicBezTo>
                  <a:pt x="3" y="14"/>
                  <a:pt x="5" y="17"/>
                  <a:pt x="9" y="17"/>
                </a:cubicBezTo>
                <a:cubicBezTo>
                  <a:pt x="12" y="17"/>
                  <a:pt x="14" y="14"/>
                  <a:pt x="14" y="10"/>
                </a:cubicBezTo>
                <a:cubicBezTo>
                  <a:pt x="14" y="7"/>
                  <a:pt x="12" y="3"/>
                  <a:pt x="9" y="3"/>
                </a:cubicBezTo>
                <a:cubicBezTo>
                  <a:pt x="5" y="3"/>
                  <a:pt x="3" y="6"/>
                  <a:pt x="3" y="10"/>
                </a:cubicBez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88" name="Rectangle 164"/>
          <p:cNvSpPr>
            <a:spLocks noChangeArrowheads="1"/>
          </p:cNvSpPr>
          <p:nvPr/>
        </p:nvSpPr>
        <p:spPr bwMode="auto">
          <a:xfrm>
            <a:off x="2128838" y="1089025"/>
            <a:ext cx="41275" cy="234950"/>
          </a:xfrm>
          <a:prstGeom prst="rect">
            <a:avLst/>
          </a:prstGeom>
          <a:solidFill>
            <a:srgbClr val="808080"/>
          </a:solidFill>
          <a:ln w="9525">
            <a:noFill/>
            <a:miter lim="800000"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89" name="Freeform 165"/>
          <p:cNvSpPr>
            <a:spLocks/>
          </p:cNvSpPr>
          <p:nvPr/>
        </p:nvSpPr>
        <p:spPr bwMode="auto">
          <a:xfrm>
            <a:off x="2195513" y="1166813"/>
            <a:ext cx="155575" cy="225425"/>
          </a:xfrm>
          <a:custGeom>
            <a:avLst/>
            <a:gdLst>
              <a:gd name="T0" fmla="*/ 3 w 17"/>
              <a:gd name="T1" fmla="*/ 0 h 26"/>
              <a:gd name="T2" fmla="*/ 7 w 17"/>
              <a:gd name="T3" fmla="*/ 10 h 26"/>
              <a:gd name="T4" fmla="*/ 9 w 17"/>
              <a:gd name="T5" fmla="*/ 14 h 26"/>
              <a:gd name="T6" fmla="*/ 9 w 17"/>
              <a:gd name="T7" fmla="*/ 14 h 26"/>
              <a:gd name="T8" fmla="*/ 10 w 17"/>
              <a:gd name="T9" fmla="*/ 10 h 26"/>
              <a:gd name="T10" fmla="*/ 13 w 17"/>
              <a:gd name="T11" fmla="*/ 0 h 26"/>
              <a:gd name="T12" fmla="*/ 17 w 17"/>
              <a:gd name="T13" fmla="*/ 0 h 26"/>
              <a:gd name="T14" fmla="*/ 12 w 17"/>
              <a:gd name="T15" fmla="*/ 13 h 26"/>
              <a:gd name="T16" fmla="*/ 6 w 17"/>
              <a:gd name="T17" fmla="*/ 24 h 26"/>
              <a:gd name="T18" fmla="*/ 2 w 17"/>
              <a:gd name="T19" fmla="*/ 26 h 26"/>
              <a:gd name="T20" fmla="*/ 1 w 17"/>
              <a:gd name="T21" fmla="*/ 23 h 26"/>
              <a:gd name="T22" fmla="*/ 4 w 17"/>
              <a:gd name="T23" fmla="*/ 22 h 26"/>
              <a:gd name="T24" fmla="*/ 6 w 17"/>
              <a:gd name="T25" fmla="*/ 18 h 26"/>
              <a:gd name="T26" fmla="*/ 7 w 17"/>
              <a:gd name="T27" fmla="*/ 17 h 26"/>
              <a:gd name="T28" fmla="*/ 7 w 17"/>
              <a:gd name="T29" fmla="*/ 16 h 26"/>
              <a:gd name="T30" fmla="*/ 0 w 17"/>
              <a:gd name="T31" fmla="*/ 0 h 26"/>
              <a:gd name="T32" fmla="*/ 3 w 17"/>
              <a:gd name="T33" fmla="*/ 0 h 2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7"/>
              <a:gd name="T52" fmla="*/ 0 h 26"/>
              <a:gd name="T53" fmla="*/ 17 w 17"/>
              <a:gd name="T54" fmla="*/ 26 h 2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7" h="26">
                <a:moveTo>
                  <a:pt x="3" y="0"/>
                </a:moveTo>
                <a:cubicBezTo>
                  <a:pt x="7" y="10"/>
                  <a:pt x="7" y="10"/>
                  <a:pt x="7" y="10"/>
                </a:cubicBezTo>
                <a:cubicBezTo>
                  <a:pt x="8" y="12"/>
                  <a:pt x="8" y="13"/>
                  <a:pt x="9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3"/>
                  <a:pt x="9" y="12"/>
                  <a:pt x="10" y="10"/>
                </a:cubicBezTo>
                <a:cubicBezTo>
                  <a:pt x="13" y="0"/>
                  <a:pt x="13" y="0"/>
                  <a:pt x="13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2" y="13"/>
                  <a:pt x="12" y="13"/>
                  <a:pt x="12" y="13"/>
                </a:cubicBezTo>
                <a:cubicBezTo>
                  <a:pt x="10" y="19"/>
                  <a:pt x="8" y="22"/>
                  <a:pt x="6" y="24"/>
                </a:cubicBezTo>
                <a:cubicBezTo>
                  <a:pt x="4" y="25"/>
                  <a:pt x="2" y="26"/>
                  <a:pt x="2" y="26"/>
                </a:cubicBezTo>
                <a:cubicBezTo>
                  <a:pt x="1" y="23"/>
                  <a:pt x="1" y="23"/>
                  <a:pt x="1" y="23"/>
                </a:cubicBezTo>
                <a:cubicBezTo>
                  <a:pt x="2" y="23"/>
                  <a:pt x="3" y="23"/>
                  <a:pt x="4" y="22"/>
                </a:cubicBezTo>
                <a:cubicBezTo>
                  <a:pt x="5" y="21"/>
                  <a:pt x="6" y="20"/>
                  <a:pt x="6" y="18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7"/>
                  <a:pt x="7" y="16"/>
                </a:cubicBezTo>
                <a:cubicBezTo>
                  <a:pt x="0" y="0"/>
                  <a:pt x="0" y="0"/>
                  <a:pt x="0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90" name="Freeform 166"/>
          <p:cNvSpPr>
            <a:spLocks/>
          </p:cNvSpPr>
          <p:nvPr/>
        </p:nvSpPr>
        <p:spPr bwMode="auto">
          <a:xfrm>
            <a:off x="2362200" y="1123950"/>
            <a:ext cx="93663" cy="200025"/>
          </a:xfrm>
          <a:custGeom>
            <a:avLst/>
            <a:gdLst>
              <a:gd name="T0" fmla="*/ 6 w 10"/>
              <a:gd name="T1" fmla="*/ 0 h 23"/>
              <a:gd name="T2" fmla="*/ 6 w 10"/>
              <a:gd name="T3" fmla="*/ 5 h 23"/>
              <a:gd name="T4" fmla="*/ 10 w 10"/>
              <a:gd name="T5" fmla="*/ 5 h 23"/>
              <a:gd name="T6" fmla="*/ 10 w 10"/>
              <a:gd name="T7" fmla="*/ 7 h 23"/>
              <a:gd name="T8" fmla="*/ 6 w 10"/>
              <a:gd name="T9" fmla="*/ 7 h 23"/>
              <a:gd name="T10" fmla="*/ 6 w 10"/>
              <a:gd name="T11" fmla="*/ 17 h 23"/>
              <a:gd name="T12" fmla="*/ 8 w 10"/>
              <a:gd name="T13" fmla="*/ 21 h 23"/>
              <a:gd name="T14" fmla="*/ 10 w 10"/>
              <a:gd name="T15" fmla="*/ 20 h 23"/>
              <a:gd name="T16" fmla="*/ 10 w 10"/>
              <a:gd name="T17" fmla="*/ 23 h 23"/>
              <a:gd name="T18" fmla="*/ 7 w 10"/>
              <a:gd name="T19" fmla="*/ 23 h 23"/>
              <a:gd name="T20" fmla="*/ 4 w 10"/>
              <a:gd name="T21" fmla="*/ 22 h 23"/>
              <a:gd name="T22" fmla="*/ 2 w 10"/>
              <a:gd name="T23" fmla="*/ 17 h 23"/>
              <a:gd name="T24" fmla="*/ 2 w 10"/>
              <a:gd name="T25" fmla="*/ 7 h 23"/>
              <a:gd name="T26" fmla="*/ 0 w 10"/>
              <a:gd name="T27" fmla="*/ 7 h 23"/>
              <a:gd name="T28" fmla="*/ 0 w 10"/>
              <a:gd name="T29" fmla="*/ 5 h 23"/>
              <a:gd name="T30" fmla="*/ 2 w 10"/>
              <a:gd name="T31" fmla="*/ 5 h 23"/>
              <a:gd name="T32" fmla="*/ 2 w 10"/>
              <a:gd name="T33" fmla="*/ 1 h 23"/>
              <a:gd name="T34" fmla="*/ 6 w 10"/>
              <a:gd name="T35" fmla="*/ 0 h 2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"/>
              <a:gd name="T55" fmla="*/ 0 h 23"/>
              <a:gd name="T56" fmla="*/ 10 w 10"/>
              <a:gd name="T57" fmla="*/ 23 h 23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" h="23">
                <a:moveTo>
                  <a:pt x="6" y="0"/>
                </a:moveTo>
                <a:cubicBezTo>
                  <a:pt x="6" y="5"/>
                  <a:pt x="6" y="5"/>
                  <a:pt x="6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7"/>
                  <a:pt x="10" y="7"/>
                  <a:pt x="10" y="7"/>
                </a:cubicBezTo>
                <a:cubicBezTo>
                  <a:pt x="6" y="7"/>
                  <a:pt x="6" y="7"/>
                  <a:pt x="6" y="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9"/>
                  <a:pt x="6" y="21"/>
                  <a:pt x="8" y="21"/>
                </a:cubicBezTo>
                <a:cubicBezTo>
                  <a:pt x="9" y="21"/>
                  <a:pt x="10" y="20"/>
                  <a:pt x="10" y="20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9" y="23"/>
                  <a:pt x="7" y="23"/>
                </a:cubicBezTo>
                <a:cubicBezTo>
                  <a:pt x="6" y="23"/>
                  <a:pt x="5" y="23"/>
                  <a:pt x="4" y="22"/>
                </a:cubicBezTo>
                <a:cubicBezTo>
                  <a:pt x="3" y="21"/>
                  <a:pt x="2" y="19"/>
                  <a:pt x="2" y="17"/>
                </a:cubicBezTo>
                <a:cubicBezTo>
                  <a:pt x="2" y="7"/>
                  <a:pt x="2" y="7"/>
                  <a:pt x="2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5"/>
                  <a:pt x="0" y="5"/>
                  <a:pt x="0" y="5"/>
                </a:cubicBezTo>
                <a:cubicBezTo>
                  <a:pt x="2" y="5"/>
                  <a:pt x="2" y="5"/>
                  <a:pt x="2" y="5"/>
                </a:cubicBezTo>
                <a:cubicBezTo>
                  <a:pt x="2" y="1"/>
                  <a:pt x="2" y="1"/>
                  <a:pt x="2" y="1"/>
                </a:cubicBezTo>
                <a:lnTo>
                  <a:pt x="6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91" name="Freeform 167"/>
          <p:cNvSpPr>
            <a:spLocks noEditPoints="1"/>
          </p:cNvSpPr>
          <p:nvPr/>
        </p:nvSpPr>
        <p:spPr bwMode="auto">
          <a:xfrm>
            <a:off x="2481263" y="1157288"/>
            <a:ext cx="141287" cy="166687"/>
          </a:xfrm>
          <a:custGeom>
            <a:avLst/>
            <a:gdLst>
              <a:gd name="T0" fmla="*/ 3 w 15"/>
              <a:gd name="T1" fmla="*/ 10 h 19"/>
              <a:gd name="T2" fmla="*/ 9 w 15"/>
              <a:gd name="T3" fmla="*/ 17 h 19"/>
              <a:gd name="T4" fmla="*/ 14 w 15"/>
              <a:gd name="T5" fmla="*/ 16 h 19"/>
              <a:gd name="T6" fmla="*/ 14 w 15"/>
              <a:gd name="T7" fmla="*/ 18 h 19"/>
              <a:gd name="T8" fmla="*/ 8 w 15"/>
              <a:gd name="T9" fmla="*/ 19 h 19"/>
              <a:gd name="T10" fmla="*/ 0 w 15"/>
              <a:gd name="T11" fmla="*/ 10 h 19"/>
              <a:gd name="T12" fmla="*/ 8 w 15"/>
              <a:gd name="T13" fmla="*/ 0 h 19"/>
              <a:gd name="T14" fmla="*/ 15 w 15"/>
              <a:gd name="T15" fmla="*/ 9 h 19"/>
              <a:gd name="T16" fmla="*/ 15 w 15"/>
              <a:gd name="T17" fmla="*/ 10 h 19"/>
              <a:gd name="T18" fmla="*/ 3 w 15"/>
              <a:gd name="T19" fmla="*/ 10 h 19"/>
              <a:gd name="T20" fmla="*/ 12 w 15"/>
              <a:gd name="T21" fmla="*/ 8 h 19"/>
              <a:gd name="T22" fmla="*/ 8 w 15"/>
              <a:gd name="T23" fmla="*/ 3 h 19"/>
              <a:gd name="T24" fmla="*/ 3 w 15"/>
              <a:gd name="T25" fmla="*/ 8 h 19"/>
              <a:gd name="T26" fmla="*/ 12 w 15"/>
              <a:gd name="T27" fmla="*/ 8 h 1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5"/>
              <a:gd name="T43" fmla="*/ 0 h 19"/>
              <a:gd name="T44" fmla="*/ 15 w 15"/>
              <a:gd name="T45" fmla="*/ 19 h 1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5" h="19">
                <a:moveTo>
                  <a:pt x="3" y="10"/>
                </a:moveTo>
                <a:cubicBezTo>
                  <a:pt x="3" y="15"/>
                  <a:pt x="6" y="17"/>
                  <a:pt x="9" y="17"/>
                </a:cubicBezTo>
                <a:cubicBezTo>
                  <a:pt x="11" y="17"/>
                  <a:pt x="13" y="16"/>
                  <a:pt x="14" y="16"/>
                </a:cubicBezTo>
                <a:cubicBezTo>
                  <a:pt x="14" y="18"/>
                  <a:pt x="14" y="18"/>
                  <a:pt x="14" y="18"/>
                </a:cubicBezTo>
                <a:cubicBezTo>
                  <a:pt x="13" y="19"/>
                  <a:pt x="11" y="19"/>
                  <a:pt x="8" y="19"/>
                </a:cubicBezTo>
                <a:cubicBezTo>
                  <a:pt x="3" y="19"/>
                  <a:pt x="0" y="16"/>
                  <a:pt x="0" y="10"/>
                </a:cubicBezTo>
                <a:cubicBezTo>
                  <a:pt x="0" y="5"/>
                  <a:pt x="3" y="0"/>
                  <a:pt x="8" y="0"/>
                </a:cubicBezTo>
                <a:cubicBezTo>
                  <a:pt x="14" y="0"/>
                  <a:pt x="15" y="6"/>
                  <a:pt x="15" y="9"/>
                </a:cubicBezTo>
                <a:cubicBezTo>
                  <a:pt x="15" y="10"/>
                  <a:pt x="15" y="10"/>
                  <a:pt x="15" y="10"/>
                </a:cubicBezTo>
                <a:lnTo>
                  <a:pt x="3" y="10"/>
                </a:lnTo>
                <a:close/>
                <a:moveTo>
                  <a:pt x="12" y="8"/>
                </a:moveTo>
                <a:cubicBezTo>
                  <a:pt x="12" y="6"/>
                  <a:pt x="11" y="3"/>
                  <a:pt x="8" y="3"/>
                </a:cubicBezTo>
                <a:cubicBezTo>
                  <a:pt x="4" y="3"/>
                  <a:pt x="3" y="6"/>
                  <a:pt x="3" y="8"/>
                </a:cubicBezTo>
                <a:lnTo>
                  <a:pt x="12" y="8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92" name="Freeform 168"/>
          <p:cNvSpPr>
            <a:spLocks/>
          </p:cNvSpPr>
          <p:nvPr/>
        </p:nvSpPr>
        <p:spPr bwMode="auto">
          <a:xfrm>
            <a:off x="2647950" y="1157288"/>
            <a:ext cx="130175" cy="166687"/>
          </a:xfrm>
          <a:custGeom>
            <a:avLst/>
            <a:gdLst>
              <a:gd name="T0" fmla="*/ 14 w 14"/>
              <a:gd name="T1" fmla="*/ 18 h 19"/>
              <a:gd name="T2" fmla="*/ 9 w 14"/>
              <a:gd name="T3" fmla="*/ 19 h 19"/>
              <a:gd name="T4" fmla="*/ 0 w 14"/>
              <a:gd name="T5" fmla="*/ 10 h 19"/>
              <a:gd name="T6" fmla="*/ 10 w 14"/>
              <a:gd name="T7" fmla="*/ 0 h 19"/>
              <a:gd name="T8" fmla="*/ 14 w 14"/>
              <a:gd name="T9" fmla="*/ 1 h 19"/>
              <a:gd name="T10" fmla="*/ 14 w 14"/>
              <a:gd name="T11" fmla="*/ 4 h 19"/>
              <a:gd name="T12" fmla="*/ 10 w 14"/>
              <a:gd name="T13" fmla="*/ 3 h 19"/>
              <a:gd name="T14" fmla="*/ 3 w 14"/>
              <a:gd name="T15" fmla="*/ 10 h 19"/>
              <a:gd name="T16" fmla="*/ 10 w 14"/>
              <a:gd name="T17" fmla="*/ 17 h 19"/>
              <a:gd name="T18" fmla="*/ 14 w 14"/>
              <a:gd name="T19" fmla="*/ 16 h 19"/>
              <a:gd name="T20" fmla="*/ 14 w 14"/>
              <a:gd name="T21" fmla="*/ 18 h 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4"/>
              <a:gd name="T34" fmla="*/ 0 h 19"/>
              <a:gd name="T35" fmla="*/ 14 w 14"/>
              <a:gd name="T36" fmla="*/ 19 h 1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4" h="19">
                <a:moveTo>
                  <a:pt x="14" y="18"/>
                </a:moveTo>
                <a:cubicBezTo>
                  <a:pt x="13" y="19"/>
                  <a:pt x="12" y="19"/>
                  <a:pt x="9" y="19"/>
                </a:cubicBezTo>
                <a:cubicBezTo>
                  <a:pt x="4" y="19"/>
                  <a:pt x="0" y="16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12" y="0"/>
                  <a:pt x="13" y="1"/>
                  <a:pt x="14" y="1"/>
                </a:cubicBezTo>
                <a:cubicBezTo>
                  <a:pt x="14" y="4"/>
                  <a:pt x="14" y="4"/>
                  <a:pt x="14" y="4"/>
                </a:cubicBezTo>
                <a:cubicBezTo>
                  <a:pt x="13" y="3"/>
                  <a:pt x="12" y="3"/>
                  <a:pt x="10" y="3"/>
                </a:cubicBezTo>
                <a:cubicBezTo>
                  <a:pt x="6" y="3"/>
                  <a:pt x="3" y="6"/>
                  <a:pt x="3" y="10"/>
                </a:cubicBezTo>
                <a:cubicBezTo>
                  <a:pt x="3" y="14"/>
                  <a:pt x="6" y="17"/>
                  <a:pt x="10" y="17"/>
                </a:cubicBezTo>
                <a:cubicBezTo>
                  <a:pt x="12" y="17"/>
                  <a:pt x="13" y="16"/>
                  <a:pt x="14" y="16"/>
                </a:cubicBezTo>
                <a:lnTo>
                  <a:pt x="14" y="18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93" name="Freeform 169"/>
          <p:cNvSpPr>
            <a:spLocks/>
          </p:cNvSpPr>
          <p:nvPr/>
        </p:nvSpPr>
        <p:spPr bwMode="auto">
          <a:xfrm>
            <a:off x="2814638" y="1089025"/>
            <a:ext cx="141287" cy="234950"/>
          </a:xfrm>
          <a:custGeom>
            <a:avLst/>
            <a:gdLst>
              <a:gd name="T0" fmla="*/ 0 w 15"/>
              <a:gd name="T1" fmla="*/ 0 h 27"/>
              <a:gd name="T2" fmla="*/ 3 w 15"/>
              <a:gd name="T3" fmla="*/ 0 h 27"/>
              <a:gd name="T4" fmla="*/ 3 w 15"/>
              <a:gd name="T5" fmla="*/ 12 h 27"/>
              <a:gd name="T6" fmla="*/ 3 w 15"/>
              <a:gd name="T7" fmla="*/ 12 h 27"/>
              <a:gd name="T8" fmla="*/ 6 w 15"/>
              <a:gd name="T9" fmla="*/ 9 h 27"/>
              <a:gd name="T10" fmla="*/ 9 w 15"/>
              <a:gd name="T11" fmla="*/ 8 h 27"/>
              <a:gd name="T12" fmla="*/ 15 w 15"/>
              <a:gd name="T13" fmla="*/ 16 h 27"/>
              <a:gd name="T14" fmla="*/ 15 w 15"/>
              <a:gd name="T15" fmla="*/ 27 h 27"/>
              <a:gd name="T16" fmla="*/ 12 w 15"/>
              <a:gd name="T17" fmla="*/ 27 h 27"/>
              <a:gd name="T18" fmla="*/ 12 w 15"/>
              <a:gd name="T19" fmla="*/ 16 h 27"/>
              <a:gd name="T20" fmla="*/ 8 w 15"/>
              <a:gd name="T21" fmla="*/ 11 h 27"/>
              <a:gd name="T22" fmla="*/ 4 w 15"/>
              <a:gd name="T23" fmla="*/ 14 h 27"/>
              <a:gd name="T24" fmla="*/ 3 w 15"/>
              <a:gd name="T25" fmla="*/ 16 h 27"/>
              <a:gd name="T26" fmla="*/ 3 w 15"/>
              <a:gd name="T27" fmla="*/ 27 h 27"/>
              <a:gd name="T28" fmla="*/ 0 w 15"/>
              <a:gd name="T29" fmla="*/ 27 h 27"/>
              <a:gd name="T30" fmla="*/ 0 w 15"/>
              <a:gd name="T31" fmla="*/ 0 h 2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5"/>
              <a:gd name="T49" fmla="*/ 0 h 27"/>
              <a:gd name="T50" fmla="*/ 15 w 15"/>
              <a:gd name="T51" fmla="*/ 27 h 2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5" h="27">
                <a:moveTo>
                  <a:pt x="0" y="0"/>
                </a:moveTo>
                <a:cubicBezTo>
                  <a:pt x="3" y="0"/>
                  <a:pt x="3" y="0"/>
                  <a:pt x="3" y="0"/>
                </a:cubicBezTo>
                <a:cubicBezTo>
                  <a:pt x="3" y="12"/>
                  <a:pt x="3" y="12"/>
                  <a:pt x="3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4" y="11"/>
                  <a:pt x="5" y="10"/>
                  <a:pt x="6" y="9"/>
                </a:cubicBezTo>
                <a:cubicBezTo>
                  <a:pt x="7" y="9"/>
                  <a:pt x="8" y="8"/>
                  <a:pt x="9" y="8"/>
                </a:cubicBezTo>
                <a:cubicBezTo>
                  <a:pt x="12" y="8"/>
                  <a:pt x="15" y="10"/>
                  <a:pt x="15" y="16"/>
                </a:cubicBezTo>
                <a:cubicBezTo>
                  <a:pt x="15" y="27"/>
                  <a:pt x="15" y="27"/>
                  <a:pt x="15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4"/>
                  <a:pt x="11" y="11"/>
                  <a:pt x="8" y="11"/>
                </a:cubicBezTo>
                <a:cubicBezTo>
                  <a:pt x="6" y="11"/>
                  <a:pt x="4" y="13"/>
                  <a:pt x="4" y="14"/>
                </a:cubicBezTo>
                <a:cubicBezTo>
                  <a:pt x="3" y="15"/>
                  <a:pt x="3" y="15"/>
                  <a:pt x="3" y="16"/>
                </a:cubicBezTo>
                <a:cubicBezTo>
                  <a:pt x="3" y="27"/>
                  <a:pt x="3" y="27"/>
                  <a:pt x="3" y="27"/>
                </a:cubicBezTo>
                <a:cubicBezTo>
                  <a:pt x="0" y="27"/>
                  <a:pt x="0" y="27"/>
                  <a:pt x="0" y="27"/>
                </a:cubicBez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94" name="Freeform 170"/>
          <p:cNvSpPr>
            <a:spLocks/>
          </p:cNvSpPr>
          <p:nvPr/>
        </p:nvSpPr>
        <p:spPr bwMode="auto">
          <a:xfrm>
            <a:off x="3006725" y="1157288"/>
            <a:ext cx="141288" cy="166687"/>
          </a:xfrm>
          <a:custGeom>
            <a:avLst/>
            <a:gdLst>
              <a:gd name="T0" fmla="*/ 0 w 15"/>
              <a:gd name="T1" fmla="*/ 6 h 19"/>
              <a:gd name="T2" fmla="*/ 0 w 15"/>
              <a:gd name="T3" fmla="*/ 1 h 19"/>
              <a:gd name="T4" fmla="*/ 3 w 15"/>
              <a:gd name="T5" fmla="*/ 1 h 19"/>
              <a:gd name="T6" fmla="*/ 3 w 15"/>
              <a:gd name="T7" fmla="*/ 4 h 19"/>
              <a:gd name="T8" fmla="*/ 3 w 15"/>
              <a:gd name="T9" fmla="*/ 4 h 19"/>
              <a:gd name="T10" fmla="*/ 9 w 15"/>
              <a:gd name="T11" fmla="*/ 0 h 19"/>
              <a:gd name="T12" fmla="*/ 15 w 15"/>
              <a:gd name="T13" fmla="*/ 8 h 19"/>
              <a:gd name="T14" fmla="*/ 15 w 15"/>
              <a:gd name="T15" fmla="*/ 19 h 19"/>
              <a:gd name="T16" fmla="*/ 12 w 15"/>
              <a:gd name="T17" fmla="*/ 19 h 19"/>
              <a:gd name="T18" fmla="*/ 12 w 15"/>
              <a:gd name="T19" fmla="*/ 8 h 19"/>
              <a:gd name="T20" fmla="*/ 8 w 15"/>
              <a:gd name="T21" fmla="*/ 3 h 19"/>
              <a:gd name="T22" fmla="*/ 3 w 15"/>
              <a:gd name="T23" fmla="*/ 6 h 19"/>
              <a:gd name="T24" fmla="*/ 3 w 15"/>
              <a:gd name="T25" fmla="*/ 8 h 19"/>
              <a:gd name="T26" fmla="*/ 3 w 15"/>
              <a:gd name="T27" fmla="*/ 19 h 19"/>
              <a:gd name="T28" fmla="*/ 0 w 15"/>
              <a:gd name="T29" fmla="*/ 19 h 19"/>
              <a:gd name="T30" fmla="*/ 0 w 15"/>
              <a:gd name="T31" fmla="*/ 6 h 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5"/>
              <a:gd name="T49" fmla="*/ 0 h 19"/>
              <a:gd name="T50" fmla="*/ 15 w 15"/>
              <a:gd name="T51" fmla="*/ 19 h 1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5" h="19">
                <a:moveTo>
                  <a:pt x="0" y="6"/>
                </a:moveTo>
                <a:cubicBezTo>
                  <a:pt x="0" y="4"/>
                  <a:pt x="0" y="2"/>
                  <a:pt x="0" y="1"/>
                </a:cubicBezTo>
                <a:cubicBezTo>
                  <a:pt x="3" y="1"/>
                  <a:pt x="3" y="1"/>
                  <a:pt x="3" y="1"/>
                </a:cubicBez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cubicBezTo>
                  <a:pt x="4" y="2"/>
                  <a:pt x="6" y="0"/>
                  <a:pt x="9" y="0"/>
                </a:cubicBezTo>
                <a:cubicBezTo>
                  <a:pt x="11" y="0"/>
                  <a:pt x="15" y="2"/>
                  <a:pt x="15" y="8"/>
                </a:cubicBezTo>
                <a:cubicBezTo>
                  <a:pt x="15" y="19"/>
                  <a:pt x="15" y="19"/>
                  <a:pt x="15" y="19"/>
                </a:cubicBezTo>
                <a:cubicBezTo>
                  <a:pt x="12" y="19"/>
                  <a:pt x="12" y="19"/>
                  <a:pt x="12" y="19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6"/>
                  <a:pt x="11" y="3"/>
                  <a:pt x="8" y="3"/>
                </a:cubicBezTo>
                <a:cubicBezTo>
                  <a:pt x="5" y="3"/>
                  <a:pt x="4" y="5"/>
                  <a:pt x="3" y="6"/>
                </a:cubicBezTo>
                <a:cubicBezTo>
                  <a:pt x="3" y="7"/>
                  <a:pt x="3" y="7"/>
                  <a:pt x="3" y="8"/>
                </a:cubicBezTo>
                <a:cubicBezTo>
                  <a:pt x="3" y="19"/>
                  <a:pt x="3" y="19"/>
                  <a:pt x="3" y="19"/>
                </a:cubicBezTo>
                <a:cubicBezTo>
                  <a:pt x="0" y="19"/>
                  <a:pt x="0" y="19"/>
                  <a:pt x="0" y="19"/>
                </a:cubicBezTo>
                <a:lnTo>
                  <a:pt x="0" y="6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95" name="Freeform 171"/>
          <p:cNvSpPr>
            <a:spLocks noEditPoints="1"/>
          </p:cNvSpPr>
          <p:nvPr/>
        </p:nvSpPr>
        <p:spPr bwMode="auto">
          <a:xfrm>
            <a:off x="3194050" y="1108075"/>
            <a:ext cx="36513" cy="215900"/>
          </a:xfrm>
          <a:custGeom>
            <a:avLst/>
            <a:gdLst>
              <a:gd name="T0" fmla="*/ 4 w 4"/>
              <a:gd name="T1" fmla="*/ 2 h 25"/>
              <a:gd name="T2" fmla="*/ 2 w 4"/>
              <a:gd name="T3" fmla="*/ 4 h 25"/>
              <a:gd name="T4" fmla="*/ 0 w 4"/>
              <a:gd name="T5" fmla="*/ 2 h 25"/>
              <a:gd name="T6" fmla="*/ 2 w 4"/>
              <a:gd name="T7" fmla="*/ 0 h 25"/>
              <a:gd name="T8" fmla="*/ 4 w 4"/>
              <a:gd name="T9" fmla="*/ 2 h 25"/>
              <a:gd name="T10" fmla="*/ 0 w 4"/>
              <a:gd name="T11" fmla="*/ 25 h 25"/>
              <a:gd name="T12" fmla="*/ 0 w 4"/>
              <a:gd name="T13" fmla="*/ 7 h 25"/>
              <a:gd name="T14" fmla="*/ 4 w 4"/>
              <a:gd name="T15" fmla="*/ 7 h 25"/>
              <a:gd name="T16" fmla="*/ 4 w 4"/>
              <a:gd name="T17" fmla="*/ 25 h 25"/>
              <a:gd name="T18" fmla="*/ 0 w 4"/>
              <a:gd name="T19" fmla="*/ 25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"/>
              <a:gd name="T31" fmla="*/ 0 h 25"/>
              <a:gd name="T32" fmla="*/ 4 w 4"/>
              <a:gd name="T33" fmla="*/ 25 h 2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" h="25">
                <a:moveTo>
                  <a:pt x="4" y="2"/>
                </a:moveTo>
                <a:cubicBezTo>
                  <a:pt x="4" y="3"/>
                  <a:pt x="3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" y="0"/>
                  <a:pt x="4" y="1"/>
                  <a:pt x="4" y="2"/>
                </a:cubicBezTo>
                <a:close/>
                <a:moveTo>
                  <a:pt x="0" y="25"/>
                </a:moveTo>
                <a:cubicBezTo>
                  <a:pt x="0" y="7"/>
                  <a:pt x="0" y="7"/>
                  <a:pt x="0" y="7"/>
                </a:cubicBezTo>
                <a:cubicBezTo>
                  <a:pt x="4" y="7"/>
                  <a:pt x="4" y="7"/>
                  <a:pt x="4" y="7"/>
                </a:cubicBezTo>
                <a:cubicBezTo>
                  <a:pt x="4" y="25"/>
                  <a:pt x="4" y="25"/>
                  <a:pt x="4" y="25"/>
                </a:cubicBezTo>
                <a:lnTo>
                  <a:pt x="0" y="25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96" name="Freeform 172"/>
          <p:cNvSpPr>
            <a:spLocks/>
          </p:cNvSpPr>
          <p:nvPr/>
        </p:nvSpPr>
        <p:spPr bwMode="auto">
          <a:xfrm>
            <a:off x="3267075" y="1157288"/>
            <a:ext cx="130175" cy="166687"/>
          </a:xfrm>
          <a:custGeom>
            <a:avLst/>
            <a:gdLst>
              <a:gd name="T0" fmla="*/ 14 w 14"/>
              <a:gd name="T1" fmla="*/ 18 h 19"/>
              <a:gd name="T2" fmla="*/ 9 w 14"/>
              <a:gd name="T3" fmla="*/ 19 h 19"/>
              <a:gd name="T4" fmla="*/ 0 w 14"/>
              <a:gd name="T5" fmla="*/ 10 h 19"/>
              <a:gd name="T6" fmla="*/ 9 w 14"/>
              <a:gd name="T7" fmla="*/ 0 h 19"/>
              <a:gd name="T8" fmla="*/ 14 w 14"/>
              <a:gd name="T9" fmla="*/ 1 h 19"/>
              <a:gd name="T10" fmla="*/ 13 w 14"/>
              <a:gd name="T11" fmla="*/ 4 h 19"/>
              <a:gd name="T12" fmla="*/ 9 w 14"/>
              <a:gd name="T13" fmla="*/ 3 h 19"/>
              <a:gd name="T14" fmla="*/ 3 w 14"/>
              <a:gd name="T15" fmla="*/ 10 h 19"/>
              <a:gd name="T16" fmla="*/ 9 w 14"/>
              <a:gd name="T17" fmla="*/ 17 h 19"/>
              <a:gd name="T18" fmla="*/ 13 w 14"/>
              <a:gd name="T19" fmla="*/ 16 h 19"/>
              <a:gd name="T20" fmla="*/ 14 w 14"/>
              <a:gd name="T21" fmla="*/ 18 h 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4"/>
              <a:gd name="T34" fmla="*/ 0 h 19"/>
              <a:gd name="T35" fmla="*/ 14 w 14"/>
              <a:gd name="T36" fmla="*/ 19 h 1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4" h="19">
                <a:moveTo>
                  <a:pt x="14" y="18"/>
                </a:moveTo>
                <a:cubicBezTo>
                  <a:pt x="13" y="19"/>
                  <a:pt x="11" y="19"/>
                  <a:pt x="9" y="19"/>
                </a:cubicBezTo>
                <a:cubicBezTo>
                  <a:pt x="3" y="19"/>
                  <a:pt x="0" y="16"/>
                  <a:pt x="0" y="10"/>
                </a:cubicBezTo>
                <a:cubicBezTo>
                  <a:pt x="0" y="4"/>
                  <a:pt x="4" y="0"/>
                  <a:pt x="9" y="0"/>
                </a:cubicBezTo>
                <a:cubicBezTo>
                  <a:pt x="11" y="0"/>
                  <a:pt x="13" y="1"/>
                  <a:pt x="14" y="1"/>
                </a:cubicBezTo>
                <a:cubicBezTo>
                  <a:pt x="13" y="4"/>
                  <a:pt x="13" y="4"/>
                  <a:pt x="13" y="4"/>
                </a:cubicBezTo>
                <a:cubicBezTo>
                  <a:pt x="12" y="3"/>
                  <a:pt x="11" y="3"/>
                  <a:pt x="9" y="3"/>
                </a:cubicBezTo>
                <a:cubicBezTo>
                  <a:pt x="5" y="3"/>
                  <a:pt x="3" y="6"/>
                  <a:pt x="3" y="10"/>
                </a:cubicBezTo>
                <a:cubicBezTo>
                  <a:pt x="3" y="14"/>
                  <a:pt x="6" y="17"/>
                  <a:pt x="9" y="17"/>
                </a:cubicBezTo>
                <a:cubicBezTo>
                  <a:pt x="11" y="17"/>
                  <a:pt x="12" y="16"/>
                  <a:pt x="13" y="16"/>
                </a:cubicBezTo>
                <a:lnTo>
                  <a:pt x="14" y="18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97" name="Freeform 173"/>
          <p:cNvSpPr>
            <a:spLocks/>
          </p:cNvSpPr>
          <p:nvPr/>
        </p:nvSpPr>
        <p:spPr bwMode="auto">
          <a:xfrm>
            <a:off x="3506788" y="1108075"/>
            <a:ext cx="166687" cy="215900"/>
          </a:xfrm>
          <a:custGeom>
            <a:avLst/>
            <a:gdLst>
              <a:gd name="T0" fmla="*/ 3 w 18"/>
              <a:gd name="T1" fmla="*/ 0 h 25"/>
              <a:gd name="T2" fmla="*/ 3 w 18"/>
              <a:gd name="T3" fmla="*/ 15 h 25"/>
              <a:gd name="T4" fmla="*/ 9 w 18"/>
              <a:gd name="T5" fmla="*/ 23 h 25"/>
              <a:gd name="T6" fmla="*/ 15 w 18"/>
              <a:gd name="T7" fmla="*/ 15 h 25"/>
              <a:gd name="T8" fmla="*/ 15 w 18"/>
              <a:gd name="T9" fmla="*/ 0 h 25"/>
              <a:gd name="T10" fmla="*/ 18 w 18"/>
              <a:gd name="T11" fmla="*/ 0 h 25"/>
              <a:gd name="T12" fmla="*/ 18 w 18"/>
              <a:gd name="T13" fmla="*/ 14 h 25"/>
              <a:gd name="T14" fmla="*/ 9 w 18"/>
              <a:gd name="T15" fmla="*/ 25 h 25"/>
              <a:gd name="T16" fmla="*/ 0 w 18"/>
              <a:gd name="T17" fmla="*/ 14 h 25"/>
              <a:gd name="T18" fmla="*/ 0 w 18"/>
              <a:gd name="T19" fmla="*/ 0 h 25"/>
              <a:gd name="T20" fmla="*/ 3 w 18"/>
              <a:gd name="T21" fmla="*/ 0 h 2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"/>
              <a:gd name="T34" fmla="*/ 0 h 25"/>
              <a:gd name="T35" fmla="*/ 18 w 18"/>
              <a:gd name="T36" fmla="*/ 25 h 25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" h="25">
                <a:moveTo>
                  <a:pt x="3" y="0"/>
                </a:moveTo>
                <a:cubicBezTo>
                  <a:pt x="3" y="15"/>
                  <a:pt x="3" y="15"/>
                  <a:pt x="3" y="15"/>
                </a:cubicBezTo>
                <a:cubicBezTo>
                  <a:pt x="3" y="20"/>
                  <a:pt x="5" y="23"/>
                  <a:pt x="9" y="23"/>
                </a:cubicBezTo>
                <a:cubicBezTo>
                  <a:pt x="13" y="23"/>
                  <a:pt x="15" y="20"/>
                  <a:pt x="15" y="15"/>
                </a:cubicBezTo>
                <a:cubicBezTo>
                  <a:pt x="15" y="0"/>
                  <a:pt x="15" y="0"/>
                  <a:pt x="15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8" y="14"/>
                  <a:pt x="18" y="14"/>
                  <a:pt x="18" y="14"/>
                </a:cubicBezTo>
                <a:cubicBezTo>
                  <a:pt x="18" y="22"/>
                  <a:pt x="14" y="25"/>
                  <a:pt x="9" y="25"/>
                </a:cubicBezTo>
                <a:cubicBezTo>
                  <a:pt x="4" y="25"/>
                  <a:pt x="0" y="22"/>
                  <a:pt x="0" y="14"/>
                </a:cubicBezTo>
                <a:cubicBezTo>
                  <a:pt x="0" y="0"/>
                  <a:pt x="0" y="0"/>
                  <a:pt x="0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98" name="Freeform 174"/>
          <p:cNvSpPr>
            <a:spLocks/>
          </p:cNvSpPr>
          <p:nvPr/>
        </p:nvSpPr>
        <p:spPr bwMode="auto">
          <a:xfrm>
            <a:off x="3730625" y="1157288"/>
            <a:ext cx="139700" cy="166687"/>
          </a:xfrm>
          <a:custGeom>
            <a:avLst/>
            <a:gdLst>
              <a:gd name="T0" fmla="*/ 0 w 15"/>
              <a:gd name="T1" fmla="*/ 6 h 19"/>
              <a:gd name="T2" fmla="*/ 0 w 15"/>
              <a:gd name="T3" fmla="*/ 1 h 19"/>
              <a:gd name="T4" fmla="*/ 2 w 15"/>
              <a:gd name="T5" fmla="*/ 1 h 19"/>
              <a:gd name="T6" fmla="*/ 3 w 15"/>
              <a:gd name="T7" fmla="*/ 4 h 19"/>
              <a:gd name="T8" fmla="*/ 3 w 15"/>
              <a:gd name="T9" fmla="*/ 4 h 19"/>
              <a:gd name="T10" fmla="*/ 9 w 15"/>
              <a:gd name="T11" fmla="*/ 0 h 19"/>
              <a:gd name="T12" fmla="*/ 15 w 15"/>
              <a:gd name="T13" fmla="*/ 8 h 19"/>
              <a:gd name="T14" fmla="*/ 15 w 15"/>
              <a:gd name="T15" fmla="*/ 19 h 19"/>
              <a:gd name="T16" fmla="*/ 12 w 15"/>
              <a:gd name="T17" fmla="*/ 19 h 19"/>
              <a:gd name="T18" fmla="*/ 12 w 15"/>
              <a:gd name="T19" fmla="*/ 8 h 19"/>
              <a:gd name="T20" fmla="*/ 8 w 15"/>
              <a:gd name="T21" fmla="*/ 3 h 19"/>
              <a:gd name="T22" fmla="*/ 3 w 15"/>
              <a:gd name="T23" fmla="*/ 6 h 19"/>
              <a:gd name="T24" fmla="*/ 3 w 15"/>
              <a:gd name="T25" fmla="*/ 8 h 19"/>
              <a:gd name="T26" fmla="*/ 3 w 15"/>
              <a:gd name="T27" fmla="*/ 19 h 19"/>
              <a:gd name="T28" fmla="*/ 0 w 15"/>
              <a:gd name="T29" fmla="*/ 19 h 19"/>
              <a:gd name="T30" fmla="*/ 0 w 15"/>
              <a:gd name="T31" fmla="*/ 6 h 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5"/>
              <a:gd name="T49" fmla="*/ 0 h 19"/>
              <a:gd name="T50" fmla="*/ 15 w 15"/>
              <a:gd name="T51" fmla="*/ 19 h 1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5" h="19">
                <a:moveTo>
                  <a:pt x="0" y="6"/>
                </a:moveTo>
                <a:cubicBezTo>
                  <a:pt x="0" y="4"/>
                  <a:pt x="0" y="2"/>
                  <a:pt x="0" y="1"/>
                </a:cubicBezTo>
                <a:cubicBezTo>
                  <a:pt x="2" y="1"/>
                  <a:pt x="2" y="1"/>
                  <a:pt x="2" y="1"/>
                </a:cubicBez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cubicBezTo>
                  <a:pt x="4" y="2"/>
                  <a:pt x="6" y="0"/>
                  <a:pt x="9" y="0"/>
                </a:cubicBezTo>
                <a:cubicBezTo>
                  <a:pt x="11" y="0"/>
                  <a:pt x="15" y="2"/>
                  <a:pt x="15" y="8"/>
                </a:cubicBezTo>
                <a:cubicBezTo>
                  <a:pt x="15" y="19"/>
                  <a:pt x="15" y="19"/>
                  <a:pt x="15" y="19"/>
                </a:cubicBezTo>
                <a:cubicBezTo>
                  <a:pt x="12" y="19"/>
                  <a:pt x="12" y="19"/>
                  <a:pt x="12" y="19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6"/>
                  <a:pt x="11" y="3"/>
                  <a:pt x="8" y="3"/>
                </a:cubicBezTo>
                <a:cubicBezTo>
                  <a:pt x="5" y="3"/>
                  <a:pt x="4" y="5"/>
                  <a:pt x="3" y="6"/>
                </a:cubicBezTo>
                <a:cubicBezTo>
                  <a:pt x="3" y="7"/>
                  <a:pt x="3" y="7"/>
                  <a:pt x="3" y="8"/>
                </a:cubicBezTo>
                <a:cubicBezTo>
                  <a:pt x="3" y="19"/>
                  <a:pt x="3" y="19"/>
                  <a:pt x="3" y="19"/>
                </a:cubicBezTo>
                <a:cubicBezTo>
                  <a:pt x="0" y="19"/>
                  <a:pt x="0" y="19"/>
                  <a:pt x="0" y="19"/>
                </a:cubicBezTo>
                <a:lnTo>
                  <a:pt x="0" y="6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599" name="Freeform 175"/>
          <p:cNvSpPr>
            <a:spLocks noEditPoints="1"/>
          </p:cNvSpPr>
          <p:nvPr/>
        </p:nvSpPr>
        <p:spPr bwMode="auto">
          <a:xfrm>
            <a:off x="3917950" y="1108075"/>
            <a:ext cx="36513" cy="215900"/>
          </a:xfrm>
          <a:custGeom>
            <a:avLst/>
            <a:gdLst>
              <a:gd name="T0" fmla="*/ 4 w 4"/>
              <a:gd name="T1" fmla="*/ 2 h 25"/>
              <a:gd name="T2" fmla="*/ 2 w 4"/>
              <a:gd name="T3" fmla="*/ 4 h 25"/>
              <a:gd name="T4" fmla="*/ 0 w 4"/>
              <a:gd name="T5" fmla="*/ 2 h 25"/>
              <a:gd name="T6" fmla="*/ 2 w 4"/>
              <a:gd name="T7" fmla="*/ 0 h 25"/>
              <a:gd name="T8" fmla="*/ 4 w 4"/>
              <a:gd name="T9" fmla="*/ 2 h 25"/>
              <a:gd name="T10" fmla="*/ 0 w 4"/>
              <a:gd name="T11" fmla="*/ 25 h 25"/>
              <a:gd name="T12" fmla="*/ 0 w 4"/>
              <a:gd name="T13" fmla="*/ 7 h 25"/>
              <a:gd name="T14" fmla="*/ 4 w 4"/>
              <a:gd name="T15" fmla="*/ 7 h 25"/>
              <a:gd name="T16" fmla="*/ 4 w 4"/>
              <a:gd name="T17" fmla="*/ 25 h 25"/>
              <a:gd name="T18" fmla="*/ 0 w 4"/>
              <a:gd name="T19" fmla="*/ 25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"/>
              <a:gd name="T31" fmla="*/ 0 h 25"/>
              <a:gd name="T32" fmla="*/ 4 w 4"/>
              <a:gd name="T33" fmla="*/ 25 h 2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" h="25">
                <a:moveTo>
                  <a:pt x="4" y="2"/>
                </a:moveTo>
                <a:cubicBezTo>
                  <a:pt x="4" y="3"/>
                  <a:pt x="3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" y="0"/>
                  <a:pt x="4" y="1"/>
                  <a:pt x="4" y="2"/>
                </a:cubicBezTo>
                <a:close/>
                <a:moveTo>
                  <a:pt x="0" y="25"/>
                </a:moveTo>
                <a:cubicBezTo>
                  <a:pt x="0" y="7"/>
                  <a:pt x="0" y="7"/>
                  <a:pt x="0" y="7"/>
                </a:cubicBezTo>
                <a:cubicBezTo>
                  <a:pt x="4" y="7"/>
                  <a:pt x="4" y="7"/>
                  <a:pt x="4" y="7"/>
                </a:cubicBezTo>
                <a:cubicBezTo>
                  <a:pt x="4" y="25"/>
                  <a:pt x="4" y="25"/>
                  <a:pt x="4" y="25"/>
                </a:cubicBezTo>
                <a:lnTo>
                  <a:pt x="0" y="25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600" name="Freeform 176"/>
          <p:cNvSpPr>
            <a:spLocks/>
          </p:cNvSpPr>
          <p:nvPr/>
        </p:nvSpPr>
        <p:spPr bwMode="auto">
          <a:xfrm>
            <a:off x="3979863" y="1166813"/>
            <a:ext cx="157162" cy="157162"/>
          </a:xfrm>
          <a:custGeom>
            <a:avLst/>
            <a:gdLst>
              <a:gd name="T0" fmla="*/ 3 w 17"/>
              <a:gd name="T1" fmla="*/ 0 h 18"/>
              <a:gd name="T2" fmla="*/ 7 w 17"/>
              <a:gd name="T3" fmla="*/ 10 h 18"/>
              <a:gd name="T4" fmla="*/ 8 w 17"/>
              <a:gd name="T5" fmla="*/ 15 h 18"/>
              <a:gd name="T6" fmla="*/ 8 w 17"/>
              <a:gd name="T7" fmla="*/ 15 h 18"/>
              <a:gd name="T8" fmla="*/ 10 w 17"/>
              <a:gd name="T9" fmla="*/ 10 h 18"/>
              <a:gd name="T10" fmla="*/ 13 w 17"/>
              <a:gd name="T11" fmla="*/ 0 h 18"/>
              <a:gd name="T12" fmla="*/ 17 w 17"/>
              <a:gd name="T13" fmla="*/ 0 h 18"/>
              <a:gd name="T14" fmla="*/ 10 w 17"/>
              <a:gd name="T15" fmla="*/ 18 h 18"/>
              <a:gd name="T16" fmla="*/ 7 w 17"/>
              <a:gd name="T17" fmla="*/ 18 h 18"/>
              <a:gd name="T18" fmla="*/ 0 w 17"/>
              <a:gd name="T19" fmla="*/ 0 h 18"/>
              <a:gd name="T20" fmla="*/ 3 w 17"/>
              <a:gd name="T21" fmla="*/ 0 h 1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"/>
              <a:gd name="T34" fmla="*/ 0 h 18"/>
              <a:gd name="T35" fmla="*/ 17 w 17"/>
              <a:gd name="T36" fmla="*/ 18 h 1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" h="18">
                <a:moveTo>
                  <a:pt x="3" y="0"/>
                </a:moveTo>
                <a:cubicBezTo>
                  <a:pt x="7" y="10"/>
                  <a:pt x="7" y="10"/>
                  <a:pt x="7" y="10"/>
                </a:cubicBezTo>
                <a:cubicBezTo>
                  <a:pt x="7" y="12"/>
                  <a:pt x="8" y="13"/>
                  <a:pt x="8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9" y="13"/>
                  <a:pt x="9" y="12"/>
                  <a:pt x="10" y="10"/>
                </a:cubicBezTo>
                <a:cubicBezTo>
                  <a:pt x="13" y="0"/>
                  <a:pt x="13" y="0"/>
                  <a:pt x="13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0" y="18"/>
                  <a:pt x="10" y="18"/>
                  <a:pt x="10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0" y="0"/>
                  <a:pt x="0" y="0"/>
                  <a:pt x="0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601" name="Freeform 177"/>
          <p:cNvSpPr>
            <a:spLocks noEditPoints="1"/>
          </p:cNvSpPr>
          <p:nvPr/>
        </p:nvSpPr>
        <p:spPr bwMode="auto">
          <a:xfrm>
            <a:off x="4146550" y="1157288"/>
            <a:ext cx="146050" cy="166687"/>
          </a:xfrm>
          <a:custGeom>
            <a:avLst/>
            <a:gdLst>
              <a:gd name="T0" fmla="*/ 3 w 16"/>
              <a:gd name="T1" fmla="*/ 10 h 19"/>
              <a:gd name="T2" fmla="*/ 10 w 16"/>
              <a:gd name="T3" fmla="*/ 17 h 19"/>
              <a:gd name="T4" fmla="*/ 15 w 16"/>
              <a:gd name="T5" fmla="*/ 16 h 19"/>
              <a:gd name="T6" fmla="*/ 15 w 16"/>
              <a:gd name="T7" fmla="*/ 18 h 19"/>
              <a:gd name="T8" fmla="*/ 9 w 16"/>
              <a:gd name="T9" fmla="*/ 19 h 19"/>
              <a:gd name="T10" fmla="*/ 0 w 16"/>
              <a:gd name="T11" fmla="*/ 10 h 19"/>
              <a:gd name="T12" fmla="*/ 9 w 16"/>
              <a:gd name="T13" fmla="*/ 0 h 19"/>
              <a:gd name="T14" fmla="*/ 16 w 16"/>
              <a:gd name="T15" fmla="*/ 9 h 19"/>
              <a:gd name="T16" fmla="*/ 16 w 16"/>
              <a:gd name="T17" fmla="*/ 10 h 19"/>
              <a:gd name="T18" fmla="*/ 3 w 16"/>
              <a:gd name="T19" fmla="*/ 10 h 19"/>
              <a:gd name="T20" fmla="*/ 13 w 16"/>
              <a:gd name="T21" fmla="*/ 8 h 19"/>
              <a:gd name="T22" fmla="*/ 8 w 16"/>
              <a:gd name="T23" fmla="*/ 3 h 19"/>
              <a:gd name="T24" fmla="*/ 3 w 16"/>
              <a:gd name="T25" fmla="*/ 8 h 19"/>
              <a:gd name="T26" fmla="*/ 13 w 16"/>
              <a:gd name="T27" fmla="*/ 8 h 1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6"/>
              <a:gd name="T43" fmla="*/ 0 h 19"/>
              <a:gd name="T44" fmla="*/ 16 w 16"/>
              <a:gd name="T45" fmla="*/ 19 h 1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6" h="19">
                <a:moveTo>
                  <a:pt x="3" y="10"/>
                </a:moveTo>
                <a:cubicBezTo>
                  <a:pt x="3" y="15"/>
                  <a:pt x="6" y="17"/>
                  <a:pt x="10" y="17"/>
                </a:cubicBezTo>
                <a:cubicBezTo>
                  <a:pt x="12" y="17"/>
                  <a:pt x="13" y="16"/>
                  <a:pt x="15" y="16"/>
                </a:cubicBezTo>
                <a:cubicBezTo>
                  <a:pt x="15" y="18"/>
                  <a:pt x="15" y="18"/>
                  <a:pt x="15" y="18"/>
                </a:cubicBezTo>
                <a:cubicBezTo>
                  <a:pt x="14" y="19"/>
                  <a:pt x="12" y="19"/>
                  <a:pt x="9" y="19"/>
                </a:cubicBezTo>
                <a:cubicBezTo>
                  <a:pt x="4" y="19"/>
                  <a:pt x="0" y="16"/>
                  <a:pt x="0" y="10"/>
                </a:cubicBezTo>
                <a:cubicBezTo>
                  <a:pt x="0" y="5"/>
                  <a:pt x="3" y="0"/>
                  <a:pt x="9" y="0"/>
                </a:cubicBezTo>
                <a:cubicBezTo>
                  <a:pt x="15" y="0"/>
                  <a:pt x="16" y="6"/>
                  <a:pt x="16" y="9"/>
                </a:cubicBezTo>
                <a:cubicBezTo>
                  <a:pt x="16" y="10"/>
                  <a:pt x="16" y="10"/>
                  <a:pt x="16" y="10"/>
                </a:cubicBezTo>
                <a:lnTo>
                  <a:pt x="3" y="10"/>
                </a:lnTo>
                <a:close/>
                <a:moveTo>
                  <a:pt x="13" y="8"/>
                </a:moveTo>
                <a:cubicBezTo>
                  <a:pt x="13" y="6"/>
                  <a:pt x="12" y="3"/>
                  <a:pt x="8" y="3"/>
                </a:cubicBezTo>
                <a:cubicBezTo>
                  <a:pt x="5" y="3"/>
                  <a:pt x="4" y="6"/>
                  <a:pt x="3" y="8"/>
                </a:cubicBezTo>
                <a:lnTo>
                  <a:pt x="13" y="8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602" name="Freeform 178"/>
          <p:cNvSpPr>
            <a:spLocks/>
          </p:cNvSpPr>
          <p:nvPr/>
        </p:nvSpPr>
        <p:spPr bwMode="auto">
          <a:xfrm>
            <a:off x="4333875" y="1157288"/>
            <a:ext cx="84138" cy="166687"/>
          </a:xfrm>
          <a:custGeom>
            <a:avLst/>
            <a:gdLst>
              <a:gd name="T0" fmla="*/ 0 w 9"/>
              <a:gd name="T1" fmla="*/ 6 h 19"/>
              <a:gd name="T2" fmla="*/ 0 w 9"/>
              <a:gd name="T3" fmla="*/ 1 h 19"/>
              <a:gd name="T4" fmla="*/ 3 w 9"/>
              <a:gd name="T5" fmla="*/ 1 h 19"/>
              <a:gd name="T6" fmla="*/ 3 w 9"/>
              <a:gd name="T7" fmla="*/ 4 h 19"/>
              <a:gd name="T8" fmla="*/ 3 w 9"/>
              <a:gd name="T9" fmla="*/ 4 h 19"/>
              <a:gd name="T10" fmla="*/ 8 w 9"/>
              <a:gd name="T11" fmla="*/ 0 h 19"/>
              <a:gd name="T12" fmla="*/ 9 w 9"/>
              <a:gd name="T13" fmla="*/ 0 h 19"/>
              <a:gd name="T14" fmla="*/ 9 w 9"/>
              <a:gd name="T15" fmla="*/ 4 h 19"/>
              <a:gd name="T16" fmla="*/ 8 w 9"/>
              <a:gd name="T17" fmla="*/ 3 h 19"/>
              <a:gd name="T18" fmla="*/ 4 w 9"/>
              <a:gd name="T19" fmla="*/ 8 h 19"/>
              <a:gd name="T20" fmla="*/ 3 w 9"/>
              <a:gd name="T21" fmla="*/ 9 h 19"/>
              <a:gd name="T22" fmla="*/ 3 w 9"/>
              <a:gd name="T23" fmla="*/ 19 h 19"/>
              <a:gd name="T24" fmla="*/ 0 w 9"/>
              <a:gd name="T25" fmla="*/ 19 h 19"/>
              <a:gd name="T26" fmla="*/ 0 w 9"/>
              <a:gd name="T27" fmla="*/ 6 h 1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9"/>
              <a:gd name="T43" fmla="*/ 0 h 19"/>
              <a:gd name="T44" fmla="*/ 9 w 9"/>
              <a:gd name="T45" fmla="*/ 19 h 1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9" h="19">
                <a:moveTo>
                  <a:pt x="0" y="6"/>
                </a:moveTo>
                <a:cubicBezTo>
                  <a:pt x="0" y="4"/>
                  <a:pt x="0" y="2"/>
                  <a:pt x="0" y="1"/>
                </a:cubicBezTo>
                <a:cubicBezTo>
                  <a:pt x="3" y="1"/>
                  <a:pt x="3" y="1"/>
                  <a:pt x="3" y="1"/>
                </a:cubicBez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cubicBezTo>
                  <a:pt x="4" y="2"/>
                  <a:pt x="6" y="0"/>
                  <a:pt x="8" y="0"/>
                </a:cubicBezTo>
                <a:cubicBezTo>
                  <a:pt x="9" y="0"/>
                  <a:pt x="9" y="0"/>
                  <a:pt x="9" y="0"/>
                </a:cubicBezTo>
                <a:cubicBezTo>
                  <a:pt x="9" y="4"/>
                  <a:pt x="9" y="4"/>
                  <a:pt x="9" y="4"/>
                </a:cubicBezTo>
                <a:cubicBezTo>
                  <a:pt x="9" y="3"/>
                  <a:pt x="8" y="3"/>
                  <a:pt x="8" y="3"/>
                </a:cubicBezTo>
                <a:cubicBezTo>
                  <a:pt x="6" y="3"/>
                  <a:pt x="4" y="5"/>
                  <a:pt x="4" y="8"/>
                </a:cubicBezTo>
                <a:cubicBezTo>
                  <a:pt x="3" y="8"/>
                  <a:pt x="3" y="9"/>
                  <a:pt x="3" y="9"/>
                </a:cubicBezTo>
                <a:cubicBezTo>
                  <a:pt x="3" y="19"/>
                  <a:pt x="3" y="19"/>
                  <a:pt x="3" y="19"/>
                </a:cubicBezTo>
                <a:cubicBezTo>
                  <a:pt x="0" y="19"/>
                  <a:pt x="0" y="19"/>
                  <a:pt x="0" y="19"/>
                </a:cubicBezTo>
                <a:lnTo>
                  <a:pt x="0" y="6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603" name="Freeform 179"/>
          <p:cNvSpPr>
            <a:spLocks/>
          </p:cNvSpPr>
          <p:nvPr/>
        </p:nvSpPr>
        <p:spPr bwMode="auto">
          <a:xfrm>
            <a:off x="4432300" y="1157288"/>
            <a:ext cx="109538" cy="166687"/>
          </a:xfrm>
          <a:custGeom>
            <a:avLst/>
            <a:gdLst>
              <a:gd name="T0" fmla="*/ 1 w 12"/>
              <a:gd name="T1" fmla="*/ 15 h 19"/>
              <a:gd name="T2" fmla="*/ 5 w 12"/>
              <a:gd name="T3" fmla="*/ 17 h 19"/>
              <a:gd name="T4" fmla="*/ 9 w 12"/>
              <a:gd name="T5" fmla="*/ 14 h 19"/>
              <a:gd name="T6" fmla="*/ 5 w 12"/>
              <a:gd name="T7" fmla="*/ 11 h 19"/>
              <a:gd name="T8" fmla="*/ 1 w 12"/>
              <a:gd name="T9" fmla="*/ 6 h 19"/>
              <a:gd name="T10" fmla="*/ 7 w 12"/>
              <a:gd name="T11" fmla="*/ 0 h 19"/>
              <a:gd name="T12" fmla="*/ 11 w 12"/>
              <a:gd name="T13" fmla="*/ 1 h 19"/>
              <a:gd name="T14" fmla="*/ 10 w 12"/>
              <a:gd name="T15" fmla="*/ 4 h 19"/>
              <a:gd name="T16" fmla="*/ 7 w 12"/>
              <a:gd name="T17" fmla="*/ 3 h 19"/>
              <a:gd name="T18" fmla="*/ 4 w 12"/>
              <a:gd name="T19" fmla="*/ 5 h 19"/>
              <a:gd name="T20" fmla="*/ 7 w 12"/>
              <a:gd name="T21" fmla="*/ 8 h 19"/>
              <a:gd name="T22" fmla="*/ 12 w 12"/>
              <a:gd name="T23" fmla="*/ 14 h 19"/>
              <a:gd name="T24" fmla="*/ 5 w 12"/>
              <a:gd name="T25" fmla="*/ 19 h 19"/>
              <a:gd name="T26" fmla="*/ 0 w 12"/>
              <a:gd name="T27" fmla="*/ 18 h 19"/>
              <a:gd name="T28" fmla="*/ 1 w 12"/>
              <a:gd name="T29" fmla="*/ 15 h 1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2"/>
              <a:gd name="T46" fmla="*/ 0 h 19"/>
              <a:gd name="T47" fmla="*/ 12 w 12"/>
              <a:gd name="T48" fmla="*/ 19 h 19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2" h="19">
                <a:moveTo>
                  <a:pt x="1" y="15"/>
                </a:moveTo>
                <a:cubicBezTo>
                  <a:pt x="2" y="16"/>
                  <a:pt x="4" y="17"/>
                  <a:pt x="5" y="17"/>
                </a:cubicBezTo>
                <a:cubicBezTo>
                  <a:pt x="8" y="17"/>
                  <a:pt x="9" y="16"/>
                  <a:pt x="9" y="14"/>
                </a:cubicBezTo>
                <a:cubicBezTo>
                  <a:pt x="9" y="13"/>
                  <a:pt x="8" y="12"/>
                  <a:pt x="5" y="11"/>
                </a:cubicBezTo>
                <a:cubicBezTo>
                  <a:pt x="2" y="10"/>
                  <a:pt x="1" y="8"/>
                  <a:pt x="1" y="6"/>
                </a:cubicBezTo>
                <a:cubicBezTo>
                  <a:pt x="1" y="3"/>
                  <a:pt x="3" y="0"/>
                  <a:pt x="7" y="0"/>
                </a:cubicBezTo>
                <a:cubicBezTo>
                  <a:pt x="9" y="0"/>
                  <a:pt x="10" y="1"/>
                  <a:pt x="11" y="1"/>
                </a:cubicBezTo>
                <a:cubicBezTo>
                  <a:pt x="10" y="4"/>
                  <a:pt x="10" y="4"/>
                  <a:pt x="10" y="4"/>
                </a:cubicBezTo>
                <a:cubicBezTo>
                  <a:pt x="10" y="3"/>
                  <a:pt x="8" y="3"/>
                  <a:pt x="7" y="3"/>
                </a:cubicBezTo>
                <a:cubicBezTo>
                  <a:pt x="5" y="3"/>
                  <a:pt x="4" y="4"/>
                  <a:pt x="4" y="5"/>
                </a:cubicBezTo>
                <a:cubicBezTo>
                  <a:pt x="4" y="7"/>
                  <a:pt x="5" y="7"/>
                  <a:pt x="7" y="8"/>
                </a:cubicBezTo>
                <a:cubicBezTo>
                  <a:pt x="10" y="10"/>
                  <a:pt x="12" y="11"/>
                  <a:pt x="12" y="14"/>
                </a:cubicBezTo>
                <a:cubicBezTo>
                  <a:pt x="12" y="17"/>
                  <a:pt x="9" y="19"/>
                  <a:pt x="5" y="19"/>
                </a:cubicBezTo>
                <a:cubicBezTo>
                  <a:pt x="3" y="19"/>
                  <a:pt x="1" y="19"/>
                  <a:pt x="0" y="18"/>
                </a:cubicBezTo>
                <a:lnTo>
                  <a:pt x="1" y="15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604" name="Freeform 180"/>
          <p:cNvSpPr>
            <a:spLocks noEditPoints="1"/>
          </p:cNvSpPr>
          <p:nvPr/>
        </p:nvSpPr>
        <p:spPr bwMode="auto">
          <a:xfrm>
            <a:off x="4584700" y="1108075"/>
            <a:ext cx="34925" cy="215900"/>
          </a:xfrm>
          <a:custGeom>
            <a:avLst/>
            <a:gdLst>
              <a:gd name="T0" fmla="*/ 4 w 4"/>
              <a:gd name="T1" fmla="*/ 2 h 25"/>
              <a:gd name="T2" fmla="*/ 2 w 4"/>
              <a:gd name="T3" fmla="*/ 4 h 25"/>
              <a:gd name="T4" fmla="*/ 0 w 4"/>
              <a:gd name="T5" fmla="*/ 2 h 25"/>
              <a:gd name="T6" fmla="*/ 2 w 4"/>
              <a:gd name="T7" fmla="*/ 0 h 25"/>
              <a:gd name="T8" fmla="*/ 4 w 4"/>
              <a:gd name="T9" fmla="*/ 2 h 25"/>
              <a:gd name="T10" fmla="*/ 0 w 4"/>
              <a:gd name="T11" fmla="*/ 25 h 25"/>
              <a:gd name="T12" fmla="*/ 0 w 4"/>
              <a:gd name="T13" fmla="*/ 7 h 25"/>
              <a:gd name="T14" fmla="*/ 3 w 4"/>
              <a:gd name="T15" fmla="*/ 7 h 25"/>
              <a:gd name="T16" fmla="*/ 3 w 4"/>
              <a:gd name="T17" fmla="*/ 25 h 25"/>
              <a:gd name="T18" fmla="*/ 0 w 4"/>
              <a:gd name="T19" fmla="*/ 25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"/>
              <a:gd name="T31" fmla="*/ 0 h 25"/>
              <a:gd name="T32" fmla="*/ 4 w 4"/>
              <a:gd name="T33" fmla="*/ 25 h 2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" h="25">
                <a:moveTo>
                  <a:pt x="4" y="2"/>
                </a:moveTo>
                <a:cubicBezTo>
                  <a:pt x="4" y="3"/>
                  <a:pt x="3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" y="0"/>
                  <a:pt x="4" y="1"/>
                  <a:pt x="4" y="2"/>
                </a:cubicBezTo>
                <a:close/>
                <a:moveTo>
                  <a:pt x="0" y="25"/>
                </a:moveTo>
                <a:cubicBezTo>
                  <a:pt x="0" y="7"/>
                  <a:pt x="0" y="7"/>
                  <a:pt x="0" y="7"/>
                </a:cubicBezTo>
                <a:cubicBezTo>
                  <a:pt x="3" y="7"/>
                  <a:pt x="3" y="7"/>
                  <a:pt x="3" y="7"/>
                </a:cubicBezTo>
                <a:cubicBezTo>
                  <a:pt x="3" y="25"/>
                  <a:pt x="3" y="25"/>
                  <a:pt x="3" y="25"/>
                </a:cubicBezTo>
                <a:lnTo>
                  <a:pt x="0" y="25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605" name="Freeform 181"/>
          <p:cNvSpPr>
            <a:spLocks/>
          </p:cNvSpPr>
          <p:nvPr/>
        </p:nvSpPr>
        <p:spPr bwMode="auto">
          <a:xfrm>
            <a:off x="4646613" y="1123950"/>
            <a:ext cx="93662" cy="200025"/>
          </a:xfrm>
          <a:custGeom>
            <a:avLst/>
            <a:gdLst>
              <a:gd name="T0" fmla="*/ 6 w 10"/>
              <a:gd name="T1" fmla="*/ 0 h 23"/>
              <a:gd name="T2" fmla="*/ 6 w 10"/>
              <a:gd name="T3" fmla="*/ 5 h 23"/>
              <a:gd name="T4" fmla="*/ 10 w 10"/>
              <a:gd name="T5" fmla="*/ 5 h 23"/>
              <a:gd name="T6" fmla="*/ 10 w 10"/>
              <a:gd name="T7" fmla="*/ 7 h 23"/>
              <a:gd name="T8" fmla="*/ 6 w 10"/>
              <a:gd name="T9" fmla="*/ 7 h 23"/>
              <a:gd name="T10" fmla="*/ 6 w 10"/>
              <a:gd name="T11" fmla="*/ 17 h 23"/>
              <a:gd name="T12" fmla="*/ 8 w 10"/>
              <a:gd name="T13" fmla="*/ 21 h 23"/>
              <a:gd name="T14" fmla="*/ 10 w 10"/>
              <a:gd name="T15" fmla="*/ 20 h 23"/>
              <a:gd name="T16" fmla="*/ 10 w 10"/>
              <a:gd name="T17" fmla="*/ 23 h 23"/>
              <a:gd name="T18" fmla="*/ 7 w 10"/>
              <a:gd name="T19" fmla="*/ 23 h 23"/>
              <a:gd name="T20" fmla="*/ 4 w 10"/>
              <a:gd name="T21" fmla="*/ 22 h 23"/>
              <a:gd name="T22" fmla="*/ 2 w 10"/>
              <a:gd name="T23" fmla="*/ 17 h 23"/>
              <a:gd name="T24" fmla="*/ 2 w 10"/>
              <a:gd name="T25" fmla="*/ 7 h 23"/>
              <a:gd name="T26" fmla="*/ 0 w 10"/>
              <a:gd name="T27" fmla="*/ 7 h 23"/>
              <a:gd name="T28" fmla="*/ 0 w 10"/>
              <a:gd name="T29" fmla="*/ 5 h 23"/>
              <a:gd name="T30" fmla="*/ 2 w 10"/>
              <a:gd name="T31" fmla="*/ 5 h 23"/>
              <a:gd name="T32" fmla="*/ 2 w 10"/>
              <a:gd name="T33" fmla="*/ 1 h 23"/>
              <a:gd name="T34" fmla="*/ 6 w 10"/>
              <a:gd name="T35" fmla="*/ 0 h 2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"/>
              <a:gd name="T55" fmla="*/ 0 h 23"/>
              <a:gd name="T56" fmla="*/ 10 w 10"/>
              <a:gd name="T57" fmla="*/ 23 h 23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" h="23">
                <a:moveTo>
                  <a:pt x="6" y="0"/>
                </a:moveTo>
                <a:cubicBezTo>
                  <a:pt x="6" y="5"/>
                  <a:pt x="6" y="5"/>
                  <a:pt x="6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7"/>
                  <a:pt x="10" y="7"/>
                  <a:pt x="10" y="7"/>
                </a:cubicBezTo>
                <a:cubicBezTo>
                  <a:pt x="6" y="7"/>
                  <a:pt x="6" y="7"/>
                  <a:pt x="6" y="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9"/>
                  <a:pt x="6" y="21"/>
                  <a:pt x="8" y="21"/>
                </a:cubicBezTo>
                <a:cubicBezTo>
                  <a:pt x="9" y="21"/>
                  <a:pt x="10" y="20"/>
                  <a:pt x="10" y="20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9" y="23"/>
                  <a:pt x="7" y="23"/>
                </a:cubicBezTo>
                <a:cubicBezTo>
                  <a:pt x="6" y="23"/>
                  <a:pt x="5" y="23"/>
                  <a:pt x="4" y="22"/>
                </a:cubicBezTo>
                <a:cubicBezTo>
                  <a:pt x="3" y="21"/>
                  <a:pt x="2" y="19"/>
                  <a:pt x="2" y="17"/>
                </a:cubicBezTo>
                <a:cubicBezTo>
                  <a:pt x="2" y="7"/>
                  <a:pt x="2" y="7"/>
                  <a:pt x="2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5"/>
                  <a:pt x="0" y="5"/>
                  <a:pt x="0" y="5"/>
                </a:cubicBezTo>
                <a:cubicBezTo>
                  <a:pt x="2" y="5"/>
                  <a:pt x="2" y="5"/>
                  <a:pt x="2" y="5"/>
                </a:cubicBezTo>
                <a:cubicBezTo>
                  <a:pt x="2" y="1"/>
                  <a:pt x="2" y="1"/>
                  <a:pt x="2" y="1"/>
                </a:cubicBezTo>
                <a:lnTo>
                  <a:pt x="6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606" name="Freeform 182"/>
          <p:cNvSpPr>
            <a:spLocks/>
          </p:cNvSpPr>
          <p:nvPr/>
        </p:nvSpPr>
        <p:spPr bwMode="auto">
          <a:xfrm>
            <a:off x="4756150" y="1166813"/>
            <a:ext cx="160338" cy="225425"/>
          </a:xfrm>
          <a:custGeom>
            <a:avLst/>
            <a:gdLst>
              <a:gd name="T0" fmla="*/ 4 w 17"/>
              <a:gd name="T1" fmla="*/ 0 h 26"/>
              <a:gd name="T2" fmla="*/ 8 w 17"/>
              <a:gd name="T3" fmla="*/ 10 h 26"/>
              <a:gd name="T4" fmla="*/ 9 w 17"/>
              <a:gd name="T5" fmla="*/ 14 h 26"/>
              <a:gd name="T6" fmla="*/ 9 w 17"/>
              <a:gd name="T7" fmla="*/ 14 h 26"/>
              <a:gd name="T8" fmla="*/ 10 w 17"/>
              <a:gd name="T9" fmla="*/ 10 h 26"/>
              <a:gd name="T10" fmla="*/ 13 w 17"/>
              <a:gd name="T11" fmla="*/ 0 h 26"/>
              <a:gd name="T12" fmla="*/ 17 w 17"/>
              <a:gd name="T13" fmla="*/ 0 h 26"/>
              <a:gd name="T14" fmla="*/ 12 w 17"/>
              <a:gd name="T15" fmla="*/ 13 h 26"/>
              <a:gd name="T16" fmla="*/ 6 w 17"/>
              <a:gd name="T17" fmla="*/ 24 h 26"/>
              <a:gd name="T18" fmla="*/ 2 w 17"/>
              <a:gd name="T19" fmla="*/ 26 h 26"/>
              <a:gd name="T20" fmla="*/ 1 w 17"/>
              <a:gd name="T21" fmla="*/ 23 h 26"/>
              <a:gd name="T22" fmla="*/ 4 w 17"/>
              <a:gd name="T23" fmla="*/ 22 h 26"/>
              <a:gd name="T24" fmla="*/ 7 w 17"/>
              <a:gd name="T25" fmla="*/ 18 h 26"/>
              <a:gd name="T26" fmla="*/ 7 w 17"/>
              <a:gd name="T27" fmla="*/ 17 h 26"/>
              <a:gd name="T28" fmla="*/ 7 w 17"/>
              <a:gd name="T29" fmla="*/ 16 h 26"/>
              <a:gd name="T30" fmla="*/ 0 w 17"/>
              <a:gd name="T31" fmla="*/ 0 h 26"/>
              <a:gd name="T32" fmla="*/ 4 w 17"/>
              <a:gd name="T33" fmla="*/ 0 h 2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7"/>
              <a:gd name="T52" fmla="*/ 0 h 26"/>
              <a:gd name="T53" fmla="*/ 17 w 17"/>
              <a:gd name="T54" fmla="*/ 26 h 2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7" h="26">
                <a:moveTo>
                  <a:pt x="4" y="0"/>
                </a:moveTo>
                <a:cubicBezTo>
                  <a:pt x="8" y="10"/>
                  <a:pt x="8" y="10"/>
                  <a:pt x="8" y="10"/>
                </a:cubicBezTo>
                <a:cubicBezTo>
                  <a:pt x="8" y="12"/>
                  <a:pt x="8" y="13"/>
                  <a:pt x="9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3"/>
                  <a:pt x="9" y="12"/>
                  <a:pt x="10" y="10"/>
                </a:cubicBezTo>
                <a:cubicBezTo>
                  <a:pt x="13" y="0"/>
                  <a:pt x="13" y="0"/>
                  <a:pt x="13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2" y="13"/>
                  <a:pt x="12" y="13"/>
                  <a:pt x="12" y="13"/>
                </a:cubicBezTo>
                <a:cubicBezTo>
                  <a:pt x="10" y="19"/>
                  <a:pt x="8" y="22"/>
                  <a:pt x="6" y="24"/>
                </a:cubicBezTo>
                <a:cubicBezTo>
                  <a:pt x="4" y="25"/>
                  <a:pt x="3" y="26"/>
                  <a:pt x="2" y="26"/>
                </a:cubicBezTo>
                <a:cubicBezTo>
                  <a:pt x="1" y="23"/>
                  <a:pt x="1" y="23"/>
                  <a:pt x="1" y="23"/>
                </a:cubicBezTo>
                <a:cubicBezTo>
                  <a:pt x="2" y="23"/>
                  <a:pt x="3" y="23"/>
                  <a:pt x="4" y="22"/>
                </a:cubicBezTo>
                <a:cubicBezTo>
                  <a:pt x="5" y="21"/>
                  <a:pt x="6" y="20"/>
                  <a:pt x="7" y="18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7"/>
                  <a:pt x="7" y="16"/>
                </a:cubicBezTo>
                <a:cubicBezTo>
                  <a:pt x="0" y="0"/>
                  <a:pt x="0" y="0"/>
                  <a:pt x="0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607" name="Rectangle 185"/>
          <p:cNvSpPr>
            <a:spLocks noChangeArrowheads="1"/>
          </p:cNvSpPr>
          <p:nvPr/>
        </p:nvSpPr>
        <p:spPr bwMode="auto">
          <a:xfrm>
            <a:off x="1701800" y="4146550"/>
            <a:ext cx="19185978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defTabSz="2882900">
              <a:spcBef>
                <a:spcPct val="0"/>
              </a:spcBef>
            </a:pPr>
            <a:r>
              <a:rPr lang="ko-KR" altLang="en-US" sz="5700" dirty="0" smtClean="0">
                <a:latin typeface="휴먼명조" pitchFamily="2" charset="-127"/>
                <a:ea typeface="휴먼명조" pitchFamily="2" charset="-127"/>
              </a:rPr>
              <a:t>점자 </a:t>
            </a:r>
            <a:r>
              <a:rPr lang="ko-KR" altLang="en-US" sz="5700" dirty="0" err="1" smtClean="0">
                <a:latin typeface="휴먼명조" pitchFamily="2" charset="-127"/>
                <a:ea typeface="휴먼명조" pitchFamily="2" charset="-127"/>
              </a:rPr>
              <a:t>출력기를</a:t>
            </a:r>
            <a:r>
              <a:rPr lang="ko-KR" altLang="en-US" sz="5700" dirty="0" smtClean="0">
                <a:latin typeface="휴먼명조" pitchFamily="2" charset="-127"/>
                <a:ea typeface="휴먼명조" pitchFamily="2" charset="-127"/>
              </a:rPr>
              <a:t> 이용한 시각장애인 용 </a:t>
            </a:r>
            <a:r>
              <a:rPr lang="ko-KR" altLang="en-US" sz="5700" dirty="0" err="1" smtClean="0">
                <a:latin typeface="휴먼명조" pitchFamily="2" charset="-127"/>
                <a:ea typeface="휴먼명조" pitchFamily="2" charset="-127"/>
              </a:rPr>
              <a:t>전자책</a:t>
            </a:r>
            <a:r>
              <a:rPr lang="ko-KR" altLang="en-US" sz="5700" dirty="0" smtClean="0">
                <a:latin typeface="휴먼명조" pitchFamily="2" charset="-127"/>
                <a:ea typeface="휴먼명조" pitchFamily="2" charset="-127"/>
              </a:rPr>
              <a:t> 개발</a:t>
            </a:r>
            <a:endParaRPr lang="en-US" altLang="ko-KR" sz="5700" dirty="0" smtClean="0">
              <a:latin typeface="휴먼명조" pitchFamily="2" charset="-127"/>
              <a:ea typeface="휴먼명조" pitchFamily="2" charset="-127"/>
            </a:endParaRPr>
          </a:p>
          <a:p>
            <a:pPr algn="ctr" defTabSz="2882900">
              <a:spcBef>
                <a:spcPct val="0"/>
              </a:spcBef>
            </a:pPr>
            <a:r>
              <a:rPr lang="en-US" altLang="ko-KR" sz="5700" dirty="0" smtClean="0">
                <a:latin typeface="휴먼명조" pitchFamily="2" charset="-127"/>
                <a:ea typeface="휴먼명조" pitchFamily="2" charset="-127"/>
              </a:rPr>
              <a:t>(</a:t>
            </a:r>
            <a:r>
              <a:rPr lang="en-US" altLang="ko-KR" sz="5700" dirty="0" smtClean="0">
                <a:latin typeface="Times New Roman" pitchFamily="18" charset="0"/>
                <a:ea typeface="휴먼명조" pitchFamily="2" charset="-127"/>
                <a:cs typeface="Times New Roman" pitchFamily="18" charset="0"/>
              </a:rPr>
              <a:t>E-Book for the blind using Braille Display</a:t>
            </a:r>
            <a:r>
              <a:rPr lang="en-US" altLang="ko-KR" sz="5700" dirty="0" smtClean="0">
                <a:latin typeface="휴먼명조" pitchFamily="2" charset="-127"/>
                <a:ea typeface="휴먼명조" pitchFamily="2" charset="-127"/>
              </a:rPr>
              <a:t>) </a:t>
            </a:r>
            <a:endParaRPr lang="ko-KR" altLang="en-US" sz="57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09" name="Rectangle 188"/>
          <p:cNvSpPr>
            <a:spLocks noChangeArrowheads="1"/>
          </p:cNvSpPr>
          <p:nvPr/>
        </p:nvSpPr>
        <p:spPr bwMode="auto">
          <a:xfrm>
            <a:off x="5838825" y="28706763"/>
            <a:ext cx="475180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en-US" sz="2800" dirty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문의 </a:t>
            </a:r>
            <a:r>
              <a:rPr lang="ko-KR" altLang="ko-KR" sz="2800" dirty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: </a:t>
            </a:r>
            <a:r>
              <a:rPr lang="en-US" altLang="ko-KR" sz="2800" dirty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010 </a:t>
            </a:r>
            <a:r>
              <a:rPr lang="en-US" altLang="ko-KR" sz="2800" dirty="0" smtClean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– 3537 </a:t>
            </a:r>
            <a:r>
              <a:rPr lang="ko-KR" altLang="ko-KR" sz="2800" dirty="0" smtClean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-</a:t>
            </a:r>
            <a:r>
              <a:rPr lang="en-US" altLang="ko-KR" sz="2800" dirty="0" smtClean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 9392     </a:t>
            </a:r>
            <a:endParaRPr lang="ko-KR" altLang="ko-KR" sz="28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29" name="Rectangle 208"/>
          <p:cNvSpPr>
            <a:spLocks noChangeArrowheads="1"/>
          </p:cNvSpPr>
          <p:nvPr/>
        </p:nvSpPr>
        <p:spPr bwMode="auto">
          <a:xfrm>
            <a:off x="1617663" y="8968336"/>
            <a:ext cx="2165350" cy="5715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30" name="Rectangle 209"/>
          <p:cNvSpPr>
            <a:spLocks noChangeArrowheads="1"/>
          </p:cNvSpPr>
          <p:nvPr/>
        </p:nvSpPr>
        <p:spPr bwMode="auto">
          <a:xfrm>
            <a:off x="1804988" y="8949286"/>
            <a:ext cx="1795363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en-US" sz="3500">
                <a:solidFill>
                  <a:srgbClr val="FFFFFF"/>
                </a:solidFill>
                <a:latin typeface="휴먼명조" pitchFamily="2" charset="-127"/>
                <a:ea typeface="휴먼명조" pitchFamily="2" charset="-127"/>
              </a:rPr>
              <a:t>개발배경</a:t>
            </a:r>
            <a:endParaRPr lang="ko-KR" altLang="en-US" sz="570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31" name="Freeform 216"/>
          <p:cNvSpPr>
            <a:spLocks/>
          </p:cNvSpPr>
          <p:nvPr/>
        </p:nvSpPr>
        <p:spPr bwMode="auto">
          <a:xfrm>
            <a:off x="1654175" y="9716049"/>
            <a:ext cx="6350" cy="3556000"/>
          </a:xfrm>
          <a:custGeom>
            <a:avLst/>
            <a:gdLst>
              <a:gd name="T0" fmla="*/ 0 w 1588"/>
              <a:gd name="T1" fmla="*/ 0 h 728"/>
              <a:gd name="T2" fmla="*/ 0 w 1588"/>
              <a:gd name="T3" fmla="*/ 728 h 728"/>
              <a:gd name="T4" fmla="*/ 0 w 1588"/>
              <a:gd name="T5" fmla="*/ 0 h 728"/>
              <a:gd name="T6" fmla="*/ 0 60000 65536"/>
              <a:gd name="T7" fmla="*/ 0 60000 65536"/>
              <a:gd name="T8" fmla="*/ 0 60000 65536"/>
              <a:gd name="T9" fmla="*/ 0 w 1588"/>
              <a:gd name="T10" fmla="*/ 0 h 728"/>
              <a:gd name="T11" fmla="*/ 1588 w 1588"/>
              <a:gd name="T12" fmla="*/ 728 h 7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8" h="728">
                <a:moveTo>
                  <a:pt x="0" y="0"/>
                </a:moveTo>
                <a:lnTo>
                  <a:pt x="0" y="728"/>
                </a:lnTo>
                <a:lnTo>
                  <a:pt x="0" y="0"/>
                </a:lnTo>
                <a:close/>
              </a:path>
            </a:pathLst>
          </a:custGeom>
          <a:solidFill>
            <a:srgbClr val="0071BB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32" name="Line 217"/>
          <p:cNvSpPr>
            <a:spLocks noChangeShapeType="1"/>
          </p:cNvSpPr>
          <p:nvPr/>
        </p:nvSpPr>
        <p:spPr bwMode="auto">
          <a:xfrm>
            <a:off x="1654175" y="9716049"/>
            <a:ext cx="6350" cy="355600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33" name="Rectangle 222"/>
          <p:cNvSpPr>
            <a:spLocks noChangeArrowheads="1"/>
          </p:cNvSpPr>
          <p:nvPr/>
        </p:nvSpPr>
        <p:spPr bwMode="auto">
          <a:xfrm>
            <a:off x="12107863" y="20990216"/>
            <a:ext cx="4994275" cy="5715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34" name="Rectangle 228"/>
          <p:cNvSpPr>
            <a:spLocks noChangeArrowheads="1"/>
          </p:cNvSpPr>
          <p:nvPr/>
        </p:nvSpPr>
        <p:spPr bwMode="auto">
          <a:xfrm>
            <a:off x="12319000" y="21021966"/>
            <a:ext cx="4039567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en-US" sz="3500" dirty="0">
                <a:solidFill>
                  <a:srgbClr val="FFFFFF"/>
                </a:solidFill>
                <a:latin typeface="휴먼명조" pitchFamily="2" charset="-127"/>
                <a:ea typeface="휴먼명조" pitchFamily="2" charset="-127"/>
              </a:rPr>
              <a:t>기대효과 및 시장성</a:t>
            </a:r>
            <a:endParaRPr lang="ko-KR" altLang="en-US" sz="57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35" name="Freeform 232"/>
          <p:cNvSpPr>
            <a:spLocks/>
          </p:cNvSpPr>
          <p:nvPr/>
        </p:nvSpPr>
        <p:spPr bwMode="auto">
          <a:xfrm>
            <a:off x="11925300" y="15824049"/>
            <a:ext cx="4763" cy="2867025"/>
          </a:xfrm>
          <a:custGeom>
            <a:avLst/>
            <a:gdLst>
              <a:gd name="T0" fmla="*/ 0 w 1588"/>
              <a:gd name="T1" fmla="*/ 0 h 587"/>
              <a:gd name="T2" fmla="*/ 0 w 1588"/>
              <a:gd name="T3" fmla="*/ 587 h 587"/>
              <a:gd name="T4" fmla="*/ 0 w 1588"/>
              <a:gd name="T5" fmla="*/ 0 h 587"/>
              <a:gd name="T6" fmla="*/ 0 60000 65536"/>
              <a:gd name="T7" fmla="*/ 0 60000 65536"/>
              <a:gd name="T8" fmla="*/ 0 60000 65536"/>
              <a:gd name="T9" fmla="*/ 0 w 1588"/>
              <a:gd name="T10" fmla="*/ 0 h 587"/>
              <a:gd name="T11" fmla="*/ 1588 w 1588"/>
              <a:gd name="T12" fmla="*/ 587 h 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8" h="587">
                <a:moveTo>
                  <a:pt x="0" y="0"/>
                </a:moveTo>
                <a:lnTo>
                  <a:pt x="0" y="587"/>
                </a:lnTo>
                <a:lnTo>
                  <a:pt x="0" y="0"/>
                </a:lnTo>
                <a:close/>
              </a:path>
            </a:pathLst>
          </a:custGeom>
          <a:solidFill>
            <a:srgbClr val="0071BB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37" name="Freeform 236"/>
          <p:cNvSpPr>
            <a:spLocks/>
          </p:cNvSpPr>
          <p:nvPr/>
        </p:nvSpPr>
        <p:spPr bwMode="auto">
          <a:xfrm>
            <a:off x="11925300" y="21806191"/>
            <a:ext cx="4763" cy="2700337"/>
          </a:xfrm>
          <a:custGeom>
            <a:avLst/>
            <a:gdLst>
              <a:gd name="T0" fmla="*/ 0 w 1588"/>
              <a:gd name="T1" fmla="*/ 0 h 553"/>
              <a:gd name="T2" fmla="*/ 0 w 1588"/>
              <a:gd name="T3" fmla="*/ 553 h 553"/>
              <a:gd name="T4" fmla="*/ 0 w 1588"/>
              <a:gd name="T5" fmla="*/ 0 h 553"/>
              <a:gd name="T6" fmla="*/ 0 60000 65536"/>
              <a:gd name="T7" fmla="*/ 0 60000 65536"/>
              <a:gd name="T8" fmla="*/ 0 60000 65536"/>
              <a:gd name="T9" fmla="*/ 0 w 1588"/>
              <a:gd name="T10" fmla="*/ 0 h 553"/>
              <a:gd name="T11" fmla="*/ 1588 w 1588"/>
              <a:gd name="T12" fmla="*/ 553 h 5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8" h="553">
                <a:moveTo>
                  <a:pt x="0" y="0"/>
                </a:moveTo>
                <a:lnTo>
                  <a:pt x="0" y="553"/>
                </a:lnTo>
                <a:lnTo>
                  <a:pt x="0" y="0"/>
                </a:lnTo>
                <a:close/>
              </a:path>
            </a:pathLst>
          </a:custGeom>
          <a:solidFill>
            <a:srgbClr val="0071BB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38" name="Line 237"/>
          <p:cNvSpPr>
            <a:spLocks noChangeShapeType="1"/>
          </p:cNvSpPr>
          <p:nvPr/>
        </p:nvSpPr>
        <p:spPr bwMode="auto">
          <a:xfrm>
            <a:off x="11925300" y="21806191"/>
            <a:ext cx="4763" cy="2700337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39" name="Rectangle 243"/>
          <p:cNvSpPr>
            <a:spLocks noChangeArrowheads="1"/>
          </p:cNvSpPr>
          <p:nvPr/>
        </p:nvSpPr>
        <p:spPr bwMode="auto">
          <a:xfrm>
            <a:off x="12107863" y="13591801"/>
            <a:ext cx="4171950" cy="5842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40" name="Rectangle 246"/>
          <p:cNvSpPr>
            <a:spLocks noChangeArrowheads="1"/>
          </p:cNvSpPr>
          <p:nvPr/>
        </p:nvSpPr>
        <p:spPr bwMode="auto">
          <a:xfrm>
            <a:off x="12390438" y="13599739"/>
            <a:ext cx="3815147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en-US" sz="3500" dirty="0">
                <a:solidFill>
                  <a:srgbClr val="FFFFFF"/>
                </a:solidFill>
                <a:latin typeface="휴먼명조" pitchFamily="2" charset="-127"/>
                <a:ea typeface="휴먼명조" pitchFamily="2" charset="-127"/>
              </a:rPr>
              <a:t>개발 목표 및 내용</a:t>
            </a:r>
            <a:endParaRPr lang="ko-KR" altLang="en-US" sz="57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42" name="Freeform 248"/>
          <p:cNvSpPr>
            <a:spLocks/>
          </p:cNvSpPr>
          <p:nvPr/>
        </p:nvSpPr>
        <p:spPr bwMode="auto">
          <a:xfrm>
            <a:off x="12153900" y="12794450"/>
            <a:ext cx="157163" cy="303212"/>
          </a:xfrm>
          <a:custGeom>
            <a:avLst/>
            <a:gdLst>
              <a:gd name="T0" fmla="*/ 30 w 30"/>
              <a:gd name="T1" fmla="*/ 32 h 62"/>
              <a:gd name="T2" fmla="*/ 0 w 30"/>
              <a:gd name="T3" fmla="*/ 0 h 62"/>
              <a:gd name="T4" fmla="*/ 0 w 30"/>
              <a:gd name="T5" fmla="*/ 62 h 62"/>
              <a:gd name="T6" fmla="*/ 30 w 30"/>
              <a:gd name="T7" fmla="*/ 32 h 62"/>
              <a:gd name="T8" fmla="*/ 0 60000 65536"/>
              <a:gd name="T9" fmla="*/ 0 60000 65536"/>
              <a:gd name="T10" fmla="*/ 0 60000 65536"/>
              <a:gd name="T11" fmla="*/ 0 60000 65536"/>
              <a:gd name="T12" fmla="*/ 0 w 30"/>
              <a:gd name="T13" fmla="*/ 0 h 62"/>
              <a:gd name="T14" fmla="*/ 30 w 30"/>
              <a:gd name="T15" fmla="*/ 62 h 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" h="62">
                <a:moveTo>
                  <a:pt x="30" y="32"/>
                </a:moveTo>
                <a:lnTo>
                  <a:pt x="0" y="0"/>
                </a:lnTo>
                <a:lnTo>
                  <a:pt x="0" y="62"/>
                </a:lnTo>
                <a:lnTo>
                  <a:pt x="30" y="32"/>
                </a:lnTo>
                <a:close/>
              </a:path>
            </a:pathLst>
          </a:custGeom>
          <a:solidFill>
            <a:srgbClr val="BBBDBF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43" name="Rectangle 250"/>
          <p:cNvSpPr>
            <a:spLocks noChangeArrowheads="1"/>
          </p:cNvSpPr>
          <p:nvPr/>
        </p:nvSpPr>
        <p:spPr bwMode="auto">
          <a:xfrm>
            <a:off x="15660688" y="11557911"/>
            <a:ext cx="147636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ko-KR" sz="3800">
                <a:solidFill>
                  <a:srgbClr val="808183"/>
                </a:solidFill>
                <a:latin typeface="휴먼명조" pitchFamily="2" charset="-127"/>
                <a:ea typeface="휴먼명조" pitchFamily="2" charset="-127"/>
              </a:rPr>
              <a:t>IMAGE</a:t>
            </a:r>
            <a:endParaRPr lang="ko-KR" altLang="ko-KR" sz="570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50" name="Rectangle 261"/>
          <p:cNvSpPr>
            <a:spLocks noChangeArrowheads="1"/>
          </p:cNvSpPr>
          <p:nvPr/>
        </p:nvSpPr>
        <p:spPr bwMode="auto">
          <a:xfrm>
            <a:off x="1878013" y="26612869"/>
            <a:ext cx="107721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en-US" sz="2800" dirty="0" smtClean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홍은지</a:t>
            </a:r>
            <a:endParaRPr lang="ko-KR" altLang="en-US" sz="28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53" name="Rectangle 264"/>
          <p:cNvSpPr>
            <a:spLocks noChangeArrowheads="1"/>
          </p:cNvSpPr>
          <p:nvPr/>
        </p:nvSpPr>
        <p:spPr bwMode="auto">
          <a:xfrm>
            <a:off x="2044700" y="23622075"/>
            <a:ext cx="787075" cy="384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ko-KR" sz="2500" dirty="0">
                <a:solidFill>
                  <a:srgbClr val="808183"/>
                </a:solidFill>
                <a:latin typeface="휴먼명조" pitchFamily="2" charset="-127"/>
                <a:ea typeface="휴먼명조" pitchFamily="2" charset="-127"/>
              </a:rPr>
              <a:t>photo</a:t>
            </a:r>
            <a:endParaRPr lang="ko-KR" altLang="ko-KR" sz="57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54" name="Rectangle 265"/>
          <p:cNvSpPr>
            <a:spLocks noChangeArrowheads="1"/>
          </p:cNvSpPr>
          <p:nvPr/>
        </p:nvSpPr>
        <p:spPr bwMode="auto">
          <a:xfrm>
            <a:off x="4271963" y="23622075"/>
            <a:ext cx="787075" cy="384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ko-KR" sz="2500" dirty="0">
                <a:solidFill>
                  <a:srgbClr val="808183"/>
                </a:solidFill>
                <a:latin typeface="휴먼명조" pitchFamily="2" charset="-127"/>
                <a:ea typeface="휴먼명조" pitchFamily="2" charset="-127"/>
              </a:rPr>
              <a:t>photo</a:t>
            </a:r>
            <a:endParaRPr lang="ko-KR" altLang="ko-KR" sz="57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55" name="Freeform 288"/>
          <p:cNvSpPr>
            <a:spLocks noEditPoints="1"/>
          </p:cNvSpPr>
          <p:nvPr/>
        </p:nvSpPr>
        <p:spPr bwMode="auto">
          <a:xfrm>
            <a:off x="11742762" y="26906090"/>
            <a:ext cx="769937" cy="552450"/>
          </a:xfrm>
          <a:custGeom>
            <a:avLst/>
            <a:gdLst>
              <a:gd name="T0" fmla="*/ 27 w 83"/>
              <a:gd name="T1" fmla="*/ 0 h 64"/>
              <a:gd name="T2" fmla="*/ 9 w 83"/>
              <a:gd name="T3" fmla="*/ 11 h 64"/>
              <a:gd name="T4" fmla="*/ 0 w 83"/>
              <a:gd name="T5" fmla="*/ 32 h 64"/>
              <a:gd name="T6" fmla="*/ 0 w 83"/>
              <a:gd name="T7" fmla="*/ 64 h 64"/>
              <a:gd name="T8" fmla="*/ 35 w 83"/>
              <a:gd name="T9" fmla="*/ 64 h 64"/>
              <a:gd name="T10" fmla="*/ 35 w 83"/>
              <a:gd name="T11" fmla="*/ 32 h 64"/>
              <a:gd name="T12" fmla="*/ 15 w 83"/>
              <a:gd name="T13" fmla="*/ 32 h 64"/>
              <a:gd name="T14" fmla="*/ 18 w 83"/>
              <a:gd name="T15" fmla="*/ 19 h 64"/>
              <a:gd name="T16" fmla="*/ 27 w 83"/>
              <a:gd name="T17" fmla="*/ 12 h 64"/>
              <a:gd name="T18" fmla="*/ 27 w 83"/>
              <a:gd name="T19" fmla="*/ 0 h 64"/>
              <a:gd name="T20" fmla="*/ 76 w 83"/>
              <a:gd name="T21" fmla="*/ 0 h 64"/>
              <a:gd name="T22" fmla="*/ 57 w 83"/>
              <a:gd name="T23" fmla="*/ 11 h 64"/>
              <a:gd name="T24" fmla="*/ 48 w 83"/>
              <a:gd name="T25" fmla="*/ 32 h 64"/>
              <a:gd name="T26" fmla="*/ 48 w 83"/>
              <a:gd name="T27" fmla="*/ 64 h 64"/>
              <a:gd name="T28" fmla="*/ 83 w 83"/>
              <a:gd name="T29" fmla="*/ 64 h 64"/>
              <a:gd name="T30" fmla="*/ 83 w 83"/>
              <a:gd name="T31" fmla="*/ 32 h 64"/>
              <a:gd name="T32" fmla="*/ 63 w 83"/>
              <a:gd name="T33" fmla="*/ 32 h 64"/>
              <a:gd name="T34" fmla="*/ 66 w 83"/>
              <a:gd name="T35" fmla="*/ 19 h 64"/>
              <a:gd name="T36" fmla="*/ 76 w 83"/>
              <a:gd name="T37" fmla="*/ 12 h 64"/>
              <a:gd name="T38" fmla="*/ 76 w 83"/>
              <a:gd name="T39" fmla="*/ 0 h 64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83"/>
              <a:gd name="T61" fmla="*/ 0 h 64"/>
              <a:gd name="T62" fmla="*/ 83 w 83"/>
              <a:gd name="T63" fmla="*/ 64 h 64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83" h="64">
                <a:moveTo>
                  <a:pt x="27" y="0"/>
                </a:moveTo>
                <a:cubicBezTo>
                  <a:pt x="20" y="1"/>
                  <a:pt x="14" y="5"/>
                  <a:pt x="9" y="11"/>
                </a:cubicBezTo>
                <a:cubicBezTo>
                  <a:pt x="3" y="17"/>
                  <a:pt x="1" y="24"/>
                  <a:pt x="0" y="32"/>
                </a:cubicBezTo>
                <a:cubicBezTo>
                  <a:pt x="0" y="64"/>
                  <a:pt x="0" y="64"/>
                  <a:pt x="0" y="64"/>
                </a:cubicBezTo>
                <a:cubicBezTo>
                  <a:pt x="35" y="64"/>
                  <a:pt x="35" y="64"/>
                  <a:pt x="35" y="64"/>
                </a:cubicBezTo>
                <a:cubicBezTo>
                  <a:pt x="35" y="32"/>
                  <a:pt x="35" y="32"/>
                  <a:pt x="35" y="32"/>
                </a:cubicBezTo>
                <a:cubicBezTo>
                  <a:pt x="15" y="32"/>
                  <a:pt x="15" y="32"/>
                  <a:pt x="15" y="32"/>
                </a:cubicBezTo>
                <a:cubicBezTo>
                  <a:pt x="15" y="27"/>
                  <a:pt x="16" y="23"/>
                  <a:pt x="18" y="19"/>
                </a:cubicBezTo>
                <a:cubicBezTo>
                  <a:pt x="20" y="16"/>
                  <a:pt x="23" y="14"/>
                  <a:pt x="27" y="12"/>
                </a:cubicBezTo>
                <a:cubicBezTo>
                  <a:pt x="27" y="0"/>
                  <a:pt x="27" y="0"/>
                  <a:pt x="27" y="0"/>
                </a:cubicBezTo>
                <a:moveTo>
                  <a:pt x="76" y="0"/>
                </a:moveTo>
                <a:cubicBezTo>
                  <a:pt x="68" y="1"/>
                  <a:pt x="62" y="5"/>
                  <a:pt x="57" y="11"/>
                </a:cubicBezTo>
                <a:cubicBezTo>
                  <a:pt x="52" y="17"/>
                  <a:pt x="49" y="24"/>
                  <a:pt x="48" y="32"/>
                </a:cubicBezTo>
                <a:cubicBezTo>
                  <a:pt x="48" y="64"/>
                  <a:pt x="48" y="64"/>
                  <a:pt x="48" y="64"/>
                </a:cubicBezTo>
                <a:cubicBezTo>
                  <a:pt x="83" y="64"/>
                  <a:pt x="83" y="64"/>
                  <a:pt x="83" y="64"/>
                </a:cubicBezTo>
                <a:cubicBezTo>
                  <a:pt x="83" y="32"/>
                  <a:pt x="83" y="32"/>
                  <a:pt x="83" y="32"/>
                </a:cubicBezTo>
                <a:cubicBezTo>
                  <a:pt x="63" y="32"/>
                  <a:pt x="63" y="32"/>
                  <a:pt x="63" y="32"/>
                </a:cubicBezTo>
                <a:cubicBezTo>
                  <a:pt x="63" y="27"/>
                  <a:pt x="64" y="23"/>
                  <a:pt x="66" y="19"/>
                </a:cubicBezTo>
                <a:cubicBezTo>
                  <a:pt x="68" y="16"/>
                  <a:pt x="71" y="14"/>
                  <a:pt x="76" y="12"/>
                </a:cubicBezTo>
                <a:cubicBezTo>
                  <a:pt x="76" y="0"/>
                  <a:pt x="76" y="0"/>
                  <a:pt x="76" y="0"/>
                </a:cubicBezTo>
              </a:path>
            </a:pathLst>
          </a:custGeom>
          <a:solidFill>
            <a:srgbClr val="FCDACC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656" name="Freeform 289"/>
          <p:cNvSpPr>
            <a:spLocks noEditPoints="1"/>
          </p:cNvSpPr>
          <p:nvPr/>
        </p:nvSpPr>
        <p:spPr bwMode="auto">
          <a:xfrm>
            <a:off x="20454963" y="28057722"/>
            <a:ext cx="763588" cy="576262"/>
          </a:xfrm>
          <a:custGeom>
            <a:avLst/>
            <a:gdLst>
              <a:gd name="T0" fmla="*/ 47 w 114"/>
              <a:gd name="T1" fmla="*/ 0 h 89"/>
              <a:gd name="T2" fmla="*/ 0 w 114"/>
              <a:gd name="T3" fmla="*/ 0 h 89"/>
              <a:gd name="T4" fmla="*/ 0 w 114"/>
              <a:gd name="T5" fmla="*/ 44 h 89"/>
              <a:gd name="T6" fmla="*/ 27 w 114"/>
              <a:gd name="T7" fmla="*/ 44 h 89"/>
              <a:gd name="T8" fmla="*/ 22 w 114"/>
              <a:gd name="T9" fmla="*/ 62 h 89"/>
              <a:gd name="T10" fmla="*/ 10 w 114"/>
              <a:gd name="T11" fmla="*/ 71 h 89"/>
              <a:gd name="T12" fmla="*/ 10 w 114"/>
              <a:gd name="T13" fmla="*/ 89 h 89"/>
              <a:gd name="T14" fmla="*/ 36 w 114"/>
              <a:gd name="T15" fmla="*/ 73 h 89"/>
              <a:gd name="T16" fmla="*/ 47 w 114"/>
              <a:gd name="T17" fmla="*/ 44 h 89"/>
              <a:gd name="T18" fmla="*/ 47 w 114"/>
              <a:gd name="T19" fmla="*/ 0 h 89"/>
              <a:gd name="T20" fmla="*/ 114 w 114"/>
              <a:gd name="T21" fmla="*/ 0 h 89"/>
              <a:gd name="T22" fmla="*/ 66 w 114"/>
              <a:gd name="T23" fmla="*/ 0 h 89"/>
              <a:gd name="T24" fmla="*/ 66 w 114"/>
              <a:gd name="T25" fmla="*/ 44 h 89"/>
              <a:gd name="T26" fmla="*/ 93 w 114"/>
              <a:gd name="T27" fmla="*/ 44 h 89"/>
              <a:gd name="T28" fmla="*/ 89 w 114"/>
              <a:gd name="T29" fmla="*/ 62 h 89"/>
              <a:gd name="T30" fmla="*/ 76 w 114"/>
              <a:gd name="T31" fmla="*/ 71 h 89"/>
              <a:gd name="T32" fmla="*/ 76 w 114"/>
              <a:gd name="T33" fmla="*/ 89 h 89"/>
              <a:gd name="T34" fmla="*/ 103 w 114"/>
              <a:gd name="T35" fmla="*/ 73 h 89"/>
              <a:gd name="T36" fmla="*/ 114 w 114"/>
              <a:gd name="T37" fmla="*/ 44 h 89"/>
              <a:gd name="T38" fmla="*/ 114 w 114"/>
              <a:gd name="T39" fmla="*/ 0 h 8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14"/>
              <a:gd name="T61" fmla="*/ 0 h 89"/>
              <a:gd name="T62" fmla="*/ 114 w 114"/>
              <a:gd name="T63" fmla="*/ 89 h 89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14" h="89">
                <a:moveTo>
                  <a:pt x="47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4"/>
                  <a:pt x="0" y="44"/>
                  <a:pt x="0" y="44"/>
                </a:cubicBezTo>
                <a:cubicBezTo>
                  <a:pt x="27" y="44"/>
                  <a:pt x="27" y="44"/>
                  <a:pt x="27" y="44"/>
                </a:cubicBezTo>
                <a:cubicBezTo>
                  <a:pt x="27" y="51"/>
                  <a:pt x="25" y="57"/>
                  <a:pt x="22" y="62"/>
                </a:cubicBezTo>
                <a:cubicBezTo>
                  <a:pt x="20" y="66"/>
                  <a:pt x="15" y="69"/>
                  <a:pt x="10" y="71"/>
                </a:cubicBezTo>
                <a:cubicBezTo>
                  <a:pt x="10" y="89"/>
                  <a:pt x="10" y="89"/>
                  <a:pt x="10" y="89"/>
                </a:cubicBezTo>
                <a:cubicBezTo>
                  <a:pt x="20" y="86"/>
                  <a:pt x="29" y="81"/>
                  <a:pt x="36" y="73"/>
                </a:cubicBezTo>
                <a:cubicBezTo>
                  <a:pt x="43" y="65"/>
                  <a:pt x="47" y="56"/>
                  <a:pt x="47" y="44"/>
                </a:cubicBezTo>
                <a:cubicBezTo>
                  <a:pt x="47" y="0"/>
                  <a:pt x="47" y="0"/>
                  <a:pt x="47" y="0"/>
                </a:cubicBezTo>
                <a:moveTo>
                  <a:pt x="114" y="0"/>
                </a:moveTo>
                <a:cubicBezTo>
                  <a:pt x="66" y="0"/>
                  <a:pt x="66" y="0"/>
                  <a:pt x="66" y="0"/>
                </a:cubicBezTo>
                <a:cubicBezTo>
                  <a:pt x="66" y="44"/>
                  <a:pt x="66" y="44"/>
                  <a:pt x="66" y="44"/>
                </a:cubicBezTo>
                <a:cubicBezTo>
                  <a:pt x="93" y="44"/>
                  <a:pt x="93" y="44"/>
                  <a:pt x="93" y="44"/>
                </a:cubicBezTo>
                <a:cubicBezTo>
                  <a:pt x="93" y="51"/>
                  <a:pt x="92" y="57"/>
                  <a:pt x="89" y="62"/>
                </a:cubicBezTo>
                <a:cubicBezTo>
                  <a:pt x="86" y="66"/>
                  <a:pt x="82" y="69"/>
                  <a:pt x="76" y="71"/>
                </a:cubicBezTo>
                <a:cubicBezTo>
                  <a:pt x="76" y="89"/>
                  <a:pt x="76" y="89"/>
                  <a:pt x="76" y="89"/>
                </a:cubicBezTo>
                <a:cubicBezTo>
                  <a:pt x="87" y="86"/>
                  <a:pt x="96" y="81"/>
                  <a:pt x="103" y="73"/>
                </a:cubicBezTo>
                <a:cubicBezTo>
                  <a:pt x="110" y="65"/>
                  <a:pt x="113" y="56"/>
                  <a:pt x="114" y="44"/>
                </a:cubicBezTo>
                <a:cubicBezTo>
                  <a:pt x="114" y="0"/>
                  <a:pt x="114" y="0"/>
                  <a:pt x="114" y="0"/>
                </a:cubicBezTo>
              </a:path>
            </a:pathLst>
          </a:custGeom>
          <a:solidFill>
            <a:srgbClr val="FCDACC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658" name="Rectangle 291"/>
          <p:cNvSpPr>
            <a:spLocks noChangeArrowheads="1"/>
          </p:cNvSpPr>
          <p:nvPr/>
        </p:nvSpPr>
        <p:spPr bwMode="auto">
          <a:xfrm>
            <a:off x="1811338" y="7107238"/>
            <a:ext cx="256480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en-US" sz="2800" b="1" dirty="0" smtClean="0">
                <a:solidFill>
                  <a:srgbClr val="008ED3"/>
                </a:solidFill>
                <a:latin typeface="휴먼명조" pitchFamily="2" charset="-127"/>
                <a:ea typeface="휴먼명조" pitchFamily="2" charset="-127"/>
              </a:rPr>
              <a:t>컴퓨터공학과 </a:t>
            </a:r>
            <a:r>
              <a:rPr lang="en-US" altLang="ko-KR" sz="2800" b="1" dirty="0">
                <a:solidFill>
                  <a:srgbClr val="008ED3"/>
                </a:solidFill>
                <a:latin typeface="휴먼명조" pitchFamily="2" charset="-127"/>
                <a:ea typeface="휴먼명조" pitchFamily="2" charset="-127"/>
              </a:rPr>
              <a:t>: </a:t>
            </a:r>
            <a:endParaRPr lang="en-US" altLang="ko-KR" sz="2800" b="1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59" name="Rectangle 292"/>
          <p:cNvSpPr>
            <a:spLocks noChangeArrowheads="1"/>
          </p:cNvSpPr>
          <p:nvPr/>
        </p:nvSpPr>
        <p:spPr bwMode="auto">
          <a:xfrm>
            <a:off x="4325739" y="7105051"/>
            <a:ext cx="342401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en-US" sz="2800" dirty="0" smtClean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홍은지</a:t>
            </a:r>
            <a:r>
              <a:rPr lang="en-US" altLang="ko-KR" sz="2800" dirty="0" smtClean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, </a:t>
            </a:r>
            <a:r>
              <a:rPr lang="ko-KR" altLang="en-US" sz="2800" dirty="0" smtClean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권혁</a:t>
            </a:r>
            <a:r>
              <a:rPr lang="en-US" altLang="ko-KR" sz="2800" dirty="0" smtClean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, </a:t>
            </a:r>
            <a:r>
              <a:rPr lang="ko-KR" altLang="en-US" sz="2800" dirty="0" smtClean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김제민</a:t>
            </a:r>
            <a:endParaRPr lang="en-US" altLang="ko-KR" sz="2800" dirty="0">
              <a:solidFill>
                <a:srgbClr val="231F20"/>
              </a:solidFill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60" name="Rectangle 293"/>
          <p:cNvSpPr>
            <a:spLocks noChangeArrowheads="1"/>
          </p:cNvSpPr>
          <p:nvPr/>
        </p:nvSpPr>
        <p:spPr bwMode="auto">
          <a:xfrm>
            <a:off x="1811338" y="7678738"/>
            <a:ext cx="2968761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en-US" sz="2800" dirty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지도교수 </a:t>
            </a:r>
            <a:r>
              <a:rPr lang="ko-KR" altLang="ko-KR" sz="2800" dirty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: </a:t>
            </a:r>
            <a:r>
              <a:rPr lang="ko-KR" altLang="en-US" sz="2800" dirty="0" smtClean="0">
                <a:solidFill>
                  <a:srgbClr val="231F20"/>
                </a:solidFill>
                <a:latin typeface="휴먼명조" pitchFamily="2" charset="-127"/>
                <a:ea typeface="휴먼명조" pitchFamily="2" charset="-127"/>
              </a:rPr>
              <a:t>전광일</a:t>
            </a:r>
            <a:endParaRPr lang="en-US" altLang="ko-KR" sz="28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63" name="TextBox 298"/>
          <p:cNvSpPr txBox="1">
            <a:spLocks noChangeArrowheads="1"/>
          </p:cNvSpPr>
          <p:nvPr/>
        </p:nvSpPr>
        <p:spPr bwMode="auto">
          <a:xfrm>
            <a:off x="1589088" y="9166055"/>
            <a:ext cx="9832975" cy="6754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88808" tIns="144404" rIns="288808" bIns="144404">
            <a:spAutoFit/>
          </a:bodyPr>
          <a:lstStyle/>
          <a:p>
            <a:pPr defTabSz="2882900">
              <a:spcBef>
                <a:spcPct val="0"/>
              </a:spcBef>
              <a:buFont typeface="Arial" charset="0"/>
              <a:buNone/>
            </a:pPr>
            <a:endParaRPr kumimoji="0" lang="en-US" altLang="ko-KR" sz="2800" dirty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전 세계적으로 아마존의 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Kindle, Apple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사의 </a:t>
            </a:r>
            <a:r>
              <a:rPr kumimoji="0" lang="en-US" altLang="ko-KR" sz="2800" dirty="0" err="1" smtClean="0">
                <a:latin typeface="휴먼명조" pitchFamily="2" charset="-127"/>
                <a:ea typeface="휴먼명조" pitchFamily="2" charset="-127"/>
              </a:rPr>
              <a:t>iPad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및 </a:t>
            </a:r>
            <a:r>
              <a:rPr kumimoji="0" lang="ko-KR" altLang="en-US" sz="2800" dirty="0" err="1" smtClean="0">
                <a:latin typeface="휴먼명조" pitchFamily="2" charset="-127"/>
                <a:ea typeface="휴먼명조" pitchFamily="2" charset="-127"/>
              </a:rPr>
              <a:t>아이리버의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 </a:t>
            </a:r>
            <a:r>
              <a:rPr kumimoji="0" lang="en-US" altLang="ko-KR" sz="2800" dirty="0" err="1" smtClean="0">
                <a:latin typeface="휴먼명조" pitchFamily="2" charset="-127"/>
                <a:ea typeface="휴먼명조" pitchFamily="2" charset="-127"/>
              </a:rPr>
              <a:t>iStory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와 같은 전자책 기기들이 이슈화 되면서 전자서적 국제 표준인 </a:t>
            </a:r>
            <a:r>
              <a:rPr kumimoji="0" lang="en-US" altLang="ko-KR" sz="2800" dirty="0" err="1" smtClean="0">
                <a:latin typeface="휴먼명조" pitchFamily="2" charset="-127"/>
                <a:ea typeface="휴먼명조" pitchFamily="2" charset="-127"/>
              </a:rPr>
              <a:t>ePub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의 활성화가 진행되고 있음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 </a:t>
            </a: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endParaRPr kumimoji="0" lang="en-US" altLang="ko-KR" sz="2800" dirty="0" smtClean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 국제 표준인 </a:t>
            </a:r>
            <a:r>
              <a:rPr kumimoji="0" lang="en-US" altLang="ko-KR" sz="2800" dirty="0" err="1" smtClean="0">
                <a:latin typeface="휴먼명조" pitchFamily="2" charset="-127"/>
                <a:ea typeface="휴먼명조" pitchFamily="2" charset="-127"/>
              </a:rPr>
              <a:t>ePub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의 시장 활성화에 따라서 시각장애인에게 점자출력기를 활용하여 규격화되고 다양한 서적의 제공이 용이하게 됨</a:t>
            </a:r>
            <a:endParaRPr kumimoji="0" lang="en-US" altLang="ko-KR" sz="2800" dirty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endParaRPr kumimoji="0" lang="en-US" altLang="ko-KR" sz="2800" dirty="0" smtClean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부정확한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정보 전달 단점을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가진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음성 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System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을 대처하기 위하여 점자출력기를 이용하고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이를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통한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정확한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정보 전달이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가능한 기기를 개발하고자 함</a:t>
            </a:r>
            <a:endParaRPr kumimoji="0" lang="en-US" altLang="ko-KR" sz="2800" dirty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endParaRPr kumimoji="0" lang="en-US" altLang="ko-KR" sz="2800" dirty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endParaRPr kumimoji="0" lang="en-US" altLang="ko-KR" sz="2800" dirty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endParaRPr lang="en-US" altLang="ko-KR" sz="28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64" name="TextBox 299"/>
          <p:cNvSpPr txBox="1">
            <a:spLocks noChangeArrowheads="1"/>
          </p:cNvSpPr>
          <p:nvPr/>
        </p:nvSpPr>
        <p:spPr bwMode="auto">
          <a:xfrm>
            <a:off x="12174538" y="14391281"/>
            <a:ext cx="8664575" cy="6324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88808" tIns="144404" rIns="288808" bIns="144404">
            <a:spAutoFit/>
          </a:bodyPr>
          <a:lstStyle/>
          <a:p>
            <a:pPr defTabSz="2882900">
              <a:spcBef>
                <a:spcPct val="0"/>
              </a:spcBef>
              <a:buFont typeface="Arial" charset="0"/>
              <a:buChar char="•"/>
            </a:pP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전자서적 국제 표준인 </a:t>
            </a:r>
            <a:r>
              <a:rPr kumimoji="0" lang="en-US" altLang="ko-KR" sz="2800" dirty="0" err="1" smtClean="0">
                <a:latin typeface="휴먼명조" pitchFamily="2" charset="-127"/>
                <a:ea typeface="휴먼명조" pitchFamily="2" charset="-127"/>
              </a:rPr>
              <a:t>ePub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내용을 정확하게 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Translation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및 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Optimizing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을 수행하기 위한 알고리즘 작성</a:t>
            </a:r>
            <a:endParaRPr kumimoji="0" lang="en-US" altLang="ko-KR" sz="2800" dirty="0" smtClean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endParaRPr lang="en-US" altLang="ko-KR" sz="2800" dirty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r>
              <a:rPr lang="en-US" altLang="ko-KR" sz="2800" dirty="0">
                <a:latin typeface="휴먼명조" pitchFamily="2" charset="-127"/>
                <a:ea typeface="휴먼명조" pitchFamily="2" charset="-127"/>
              </a:rPr>
              <a:t> </a:t>
            </a: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음성을 대처하기 위한 점자 </a:t>
            </a:r>
            <a:r>
              <a:rPr lang="ko-KR" altLang="en-US" sz="2800" dirty="0" err="1" smtClean="0">
                <a:latin typeface="휴먼명조" pitchFamily="2" charset="-127"/>
                <a:ea typeface="휴먼명조" pitchFamily="2" charset="-127"/>
              </a:rPr>
              <a:t>출력기의</a:t>
            </a: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 </a:t>
            </a:r>
            <a:r>
              <a:rPr lang="en-US" altLang="ko-KR" sz="2800" dirty="0" smtClean="0">
                <a:latin typeface="휴먼명조" pitchFamily="2" charset="-127"/>
                <a:ea typeface="휴먼명조" pitchFamily="2" charset="-127"/>
              </a:rPr>
              <a:t>I/O Protocol </a:t>
            </a: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작성과 이를 활용하기 위한 </a:t>
            </a:r>
            <a:r>
              <a:rPr lang="en-US" altLang="ko-KR" sz="2800" dirty="0" smtClean="0">
                <a:latin typeface="휴먼명조" pitchFamily="2" charset="-127"/>
                <a:ea typeface="휴먼명조" pitchFamily="2" charset="-127"/>
              </a:rPr>
              <a:t>Device Driver </a:t>
            </a: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작성</a:t>
            </a:r>
            <a:endParaRPr lang="en-US" altLang="ko-KR" sz="2800" dirty="0" smtClean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endParaRPr kumimoji="0" lang="en-US" altLang="ko-KR" sz="2800" dirty="0" smtClean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 Unicode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형태의 변형된 </a:t>
            </a:r>
            <a:r>
              <a:rPr kumimoji="0" lang="en-US" altLang="ko-KR" sz="2800" dirty="0" err="1" smtClean="0">
                <a:latin typeface="휴먼명조" pitchFamily="2" charset="-127"/>
                <a:ea typeface="휴먼명조" pitchFamily="2" charset="-127"/>
              </a:rPr>
              <a:t>ePub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에 대한 점자 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Code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로의 변환 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Library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작성</a:t>
            </a:r>
            <a:endParaRPr kumimoji="0" lang="en-US" altLang="ko-KR" sz="2800" dirty="0" smtClean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endParaRPr kumimoji="0" lang="en-US" altLang="ko-KR" sz="2800" dirty="0" smtClean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charset="0"/>
              <a:buChar char="•"/>
            </a:pP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 </a:t>
            </a:r>
            <a:r>
              <a:rPr kumimoji="0" lang="en-US" altLang="ko-KR" sz="2800" dirty="0" err="1" smtClean="0">
                <a:latin typeface="휴먼명조" pitchFamily="2" charset="-127"/>
                <a:ea typeface="휴먼명조" pitchFamily="2" charset="-127"/>
              </a:rPr>
              <a:t>ePub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및 점자 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Translation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기능과 </a:t>
            </a:r>
            <a:r>
              <a:rPr kumimoji="0" lang="ko-KR" altLang="en-US" sz="2800" dirty="0" err="1" smtClean="0">
                <a:latin typeface="휴먼명조" pitchFamily="2" charset="-127"/>
                <a:ea typeface="휴먼명조" pitchFamily="2" charset="-127"/>
              </a:rPr>
              <a:t>점자출력기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 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I/O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를 관리하고 시각장애인에게 편리한 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UI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를 제공하는 </a:t>
            </a:r>
            <a:r>
              <a:rPr kumimoji="0" lang="en-US" altLang="ko-KR" sz="2800" dirty="0" smtClean="0">
                <a:latin typeface="휴먼명조" pitchFamily="2" charset="-127"/>
                <a:ea typeface="휴먼명조" pitchFamily="2" charset="-127"/>
              </a:rPr>
              <a:t>Main System </a:t>
            </a:r>
            <a:r>
              <a:rPr kumimoji="0" lang="ko-KR" altLang="en-US" sz="2800" dirty="0" smtClean="0">
                <a:latin typeface="휴먼명조" pitchFamily="2" charset="-127"/>
                <a:ea typeface="휴먼명조" pitchFamily="2" charset="-127"/>
              </a:rPr>
              <a:t>개발 및 통합 수행</a:t>
            </a:r>
            <a:endParaRPr kumimoji="0" lang="en-US" altLang="ko-KR" sz="28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65" name="TextBox 300"/>
          <p:cNvSpPr txBox="1">
            <a:spLocks noChangeArrowheads="1"/>
          </p:cNvSpPr>
          <p:nvPr/>
        </p:nvSpPr>
        <p:spPr bwMode="auto">
          <a:xfrm>
            <a:off x="12174538" y="21947478"/>
            <a:ext cx="8664575" cy="46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88808" tIns="144404" rIns="288808" bIns="144404">
            <a:spAutoFit/>
          </a:bodyPr>
          <a:lstStyle/>
          <a:p>
            <a:pPr defTabSz="288290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2800" dirty="0">
                <a:latin typeface="휴먼명조" pitchFamily="2" charset="-127"/>
                <a:ea typeface="휴먼명조" pitchFamily="2" charset="-127"/>
              </a:rPr>
              <a:t> </a:t>
            </a: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전자서적 국제 표준인 </a:t>
            </a:r>
            <a:r>
              <a:rPr lang="en-US" altLang="ko-KR" sz="2800" dirty="0" err="1" smtClean="0">
                <a:latin typeface="휴먼명조" pitchFamily="2" charset="-127"/>
                <a:ea typeface="휴먼명조" pitchFamily="2" charset="-127"/>
              </a:rPr>
              <a:t>ePub</a:t>
            </a: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의 활용성 증대가 예상되며 이에 따르는 많은 전자 서적 기기들의 증가로 시장성이 뛰어남</a:t>
            </a:r>
            <a:endParaRPr lang="en-US" altLang="ko-KR" sz="2800" dirty="0" smtClean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pitchFamily="34" charset="0"/>
              <a:buChar char="•"/>
            </a:pPr>
            <a:endParaRPr lang="en-US" altLang="ko-KR" sz="2800" dirty="0" smtClean="0">
              <a:latin typeface="휴먼명조" pitchFamily="2" charset="-127"/>
              <a:ea typeface="휴먼명조" pitchFamily="2" charset="-127"/>
            </a:endParaRPr>
          </a:p>
          <a:p>
            <a:pPr defTabSz="288290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2800" dirty="0" smtClean="0">
                <a:latin typeface="휴먼명조" pitchFamily="2" charset="-127"/>
                <a:ea typeface="휴먼명조" pitchFamily="2" charset="-127"/>
              </a:rPr>
              <a:t> </a:t>
            </a: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기존 시각장애인 </a:t>
            </a:r>
            <a:r>
              <a:rPr lang="ko-KR" altLang="en-US" sz="2800" dirty="0" err="1" smtClean="0">
                <a:latin typeface="휴먼명조" pitchFamily="2" charset="-127"/>
                <a:ea typeface="휴먼명조" pitchFamily="2" charset="-127"/>
              </a:rPr>
              <a:t>전자책은</a:t>
            </a: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 음성을 통한 정보 전달이 부정확한 단점을 가지고 있으며 전자서적에 대한 표준 진행이 되지 않고 있음</a:t>
            </a:r>
            <a:r>
              <a:rPr lang="en-US" altLang="ko-KR" sz="2800" dirty="0" smtClean="0">
                <a:latin typeface="휴먼명조" pitchFamily="2" charset="-127"/>
                <a:ea typeface="휴먼명조" pitchFamily="2" charset="-127"/>
              </a:rPr>
              <a:t>. </a:t>
            </a: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본 </a:t>
            </a:r>
            <a:r>
              <a:rPr lang="ko-KR" altLang="en-US" sz="2800" dirty="0" err="1" smtClean="0">
                <a:latin typeface="휴먼명조" pitchFamily="2" charset="-127"/>
                <a:ea typeface="휴먼명조" pitchFamily="2" charset="-127"/>
              </a:rPr>
              <a:t>전자책은</a:t>
            </a: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 이러한 단점을 보완하고 국제 규격인 </a:t>
            </a:r>
            <a:r>
              <a:rPr lang="en-US" altLang="ko-KR" sz="2800" dirty="0" err="1" smtClean="0">
                <a:latin typeface="휴먼명조" pitchFamily="2" charset="-127"/>
                <a:ea typeface="휴먼명조" pitchFamily="2" charset="-127"/>
              </a:rPr>
              <a:t>ePub</a:t>
            </a: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을 활용하여 시각장애인에게 많은 기회를 제공할 수 있으며 공공성 및 시장성을 확보할 수 있음</a:t>
            </a:r>
            <a:endParaRPr lang="en-US" altLang="ko-KR" sz="2800" dirty="0" smtClean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666" name="TextBox 301"/>
          <p:cNvSpPr txBox="1">
            <a:spLocks noChangeArrowheads="1"/>
          </p:cNvSpPr>
          <p:nvPr/>
        </p:nvSpPr>
        <p:spPr bwMode="auto">
          <a:xfrm>
            <a:off x="12101139" y="12622157"/>
            <a:ext cx="8570615" cy="676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88808" tIns="144404" rIns="288808" bIns="144404">
            <a:spAutoFit/>
          </a:bodyPr>
          <a:lstStyle/>
          <a:p>
            <a:pPr defTabSz="2882900">
              <a:spcBef>
                <a:spcPct val="0"/>
              </a:spcBef>
            </a:pPr>
            <a:r>
              <a:rPr kumimoji="0" lang="ko-KR" altLang="en-US" sz="2500" dirty="0" smtClean="0">
                <a:latin typeface="휴먼명조" pitchFamily="2" charset="-127"/>
                <a:ea typeface="휴먼명조" pitchFamily="2" charset="-127"/>
              </a:rPr>
              <a:t>시스템 전체 모습</a:t>
            </a:r>
            <a:r>
              <a:rPr kumimoji="0" lang="en-US" altLang="ko-KR" sz="2500" dirty="0" smtClean="0">
                <a:latin typeface="휴먼명조" pitchFamily="2" charset="-127"/>
                <a:ea typeface="휴먼명조" pitchFamily="2" charset="-127"/>
              </a:rPr>
              <a:t>(</a:t>
            </a:r>
            <a:r>
              <a:rPr kumimoji="0" lang="ko-KR" altLang="en-US" sz="2500" dirty="0" smtClean="0">
                <a:latin typeface="휴먼명조" pitchFamily="2" charset="-127"/>
                <a:ea typeface="휴먼명조" pitchFamily="2" charset="-127"/>
              </a:rPr>
              <a:t>메인 </a:t>
            </a:r>
            <a:r>
              <a:rPr kumimoji="0" lang="en-US" altLang="ko-KR" sz="2500" dirty="0" smtClean="0">
                <a:latin typeface="휴먼명조" pitchFamily="2" charset="-127"/>
                <a:ea typeface="휴먼명조" pitchFamily="2" charset="-127"/>
              </a:rPr>
              <a:t>System</a:t>
            </a:r>
            <a:r>
              <a:rPr kumimoji="0" lang="ko-KR" altLang="en-US" sz="2500" dirty="0" smtClean="0">
                <a:latin typeface="휴먼명조" pitchFamily="2" charset="-127"/>
                <a:ea typeface="휴먼명조" pitchFamily="2" charset="-127"/>
              </a:rPr>
              <a:t>과 점자출력기</a:t>
            </a:r>
            <a:r>
              <a:rPr kumimoji="0" lang="en-US" altLang="ko-KR" sz="2500" dirty="0" smtClean="0">
                <a:latin typeface="휴먼명조" pitchFamily="2" charset="-127"/>
                <a:ea typeface="휴먼명조" pitchFamily="2" charset="-127"/>
              </a:rPr>
              <a:t>)</a:t>
            </a:r>
            <a:endParaRPr kumimoji="0" lang="en-US" altLang="ko-KR" sz="2500" dirty="0">
              <a:latin typeface="휴먼명조" pitchFamily="2" charset="-127"/>
              <a:ea typeface="휴먼명조" pitchFamily="2" charset="-127"/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1661642" y="19678941"/>
            <a:ext cx="4354512" cy="676349"/>
            <a:chOff x="1389063" y="20469101"/>
            <a:chExt cx="4354512" cy="676349"/>
          </a:xfrm>
        </p:grpSpPr>
        <p:sp>
          <p:nvSpPr>
            <p:cNvPr id="24662" name="Freeform 295"/>
            <p:cNvSpPr>
              <a:spLocks/>
            </p:cNvSpPr>
            <p:nvPr/>
          </p:nvSpPr>
          <p:spPr bwMode="auto">
            <a:xfrm>
              <a:off x="1389063" y="20626214"/>
              <a:ext cx="155575" cy="303212"/>
            </a:xfrm>
            <a:custGeom>
              <a:avLst/>
              <a:gdLst>
                <a:gd name="T0" fmla="*/ 30 w 30"/>
                <a:gd name="T1" fmla="*/ 30 h 62"/>
                <a:gd name="T2" fmla="*/ 0 w 30"/>
                <a:gd name="T3" fmla="*/ 0 h 62"/>
                <a:gd name="T4" fmla="*/ 0 w 30"/>
                <a:gd name="T5" fmla="*/ 62 h 62"/>
                <a:gd name="T6" fmla="*/ 30 w 30"/>
                <a:gd name="T7" fmla="*/ 30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62"/>
                <a:gd name="T14" fmla="*/ 30 w 30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62">
                  <a:moveTo>
                    <a:pt x="30" y="30"/>
                  </a:moveTo>
                  <a:lnTo>
                    <a:pt x="0" y="0"/>
                  </a:lnTo>
                  <a:lnTo>
                    <a:pt x="0" y="62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BBBDBF"/>
            </a:solidFill>
            <a:ln w="9525">
              <a:noFill/>
              <a:round/>
              <a:headEnd/>
              <a:tailEnd/>
            </a:ln>
          </p:spPr>
          <p:txBody>
            <a:bodyPr lIns="288808" tIns="144404" rIns="288808" bIns="144404"/>
            <a:lstStyle/>
            <a:p>
              <a:pPr defTabSz="2882900">
                <a:spcBef>
                  <a:spcPct val="0"/>
                </a:spcBef>
              </a:pPr>
              <a:endParaRPr kumimoji="0" lang="ko-KR" altLang="ko-KR" sz="5700">
                <a:latin typeface="휴먼명조" pitchFamily="2" charset="-127"/>
                <a:ea typeface="휴먼명조" pitchFamily="2" charset="-127"/>
              </a:endParaRPr>
            </a:p>
          </p:txBody>
        </p:sp>
        <p:sp>
          <p:nvSpPr>
            <p:cNvPr id="24668" name="TextBox 303"/>
            <p:cNvSpPr txBox="1">
              <a:spLocks noChangeArrowheads="1"/>
            </p:cNvSpPr>
            <p:nvPr/>
          </p:nvSpPr>
          <p:spPr bwMode="auto">
            <a:xfrm>
              <a:off x="1404938" y="20469101"/>
              <a:ext cx="4338637" cy="676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288808" tIns="144404" rIns="288808" bIns="144404">
              <a:spAutoFit/>
            </a:bodyPr>
            <a:lstStyle/>
            <a:p>
              <a:pPr defTabSz="2882900">
                <a:spcBef>
                  <a:spcPct val="0"/>
                </a:spcBef>
              </a:pPr>
              <a:r>
                <a:rPr kumimoji="0" lang="en-US" altLang="ko-KR" sz="2500" dirty="0" smtClean="0">
                  <a:latin typeface="휴먼명조" pitchFamily="2" charset="-127"/>
                  <a:ea typeface="휴먼명조" pitchFamily="2" charset="-127"/>
                </a:rPr>
                <a:t>System Flow Structure</a:t>
              </a:r>
              <a:endParaRPr kumimoji="0" lang="en-US" altLang="ko-KR" sz="2500" dirty="0">
                <a:latin typeface="휴먼명조" pitchFamily="2" charset="-127"/>
                <a:ea typeface="휴먼명조" pitchFamily="2" charset="-127"/>
              </a:endParaRPr>
            </a:p>
          </p:txBody>
        </p:sp>
      </p:grpSp>
      <p:sp>
        <p:nvSpPr>
          <p:cNvPr id="305" name="TextBox 304"/>
          <p:cNvSpPr txBox="1">
            <a:spLocks noChangeArrowheads="1"/>
          </p:cNvSpPr>
          <p:nvPr/>
        </p:nvSpPr>
        <p:spPr bwMode="auto">
          <a:xfrm>
            <a:off x="12174563" y="27194122"/>
            <a:ext cx="9072563" cy="1738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88808" tIns="144404" rIns="288808" bIns="144404">
            <a:spAutoFit/>
          </a:bodyPr>
          <a:lstStyle/>
          <a:p>
            <a:pPr defTabSz="2882900">
              <a:spcBef>
                <a:spcPct val="0"/>
              </a:spcBef>
            </a:pPr>
            <a:r>
              <a:rPr kumimoji="0" lang="en-US" altLang="ko-KR" sz="4700" dirty="0">
                <a:solidFill>
                  <a:srgbClr val="376092"/>
                </a:solidFill>
                <a:latin typeface="휴먼명조" pitchFamily="2" charset="-127"/>
                <a:ea typeface="휴먼명조" pitchFamily="2" charset="-127"/>
              </a:rPr>
              <a:t> </a:t>
            </a:r>
            <a:r>
              <a:rPr kumimoji="0" lang="en-US" altLang="ko-KR" sz="4700" dirty="0" smtClean="0">
                <a:solidFill>
                  <a:srgbClr val="376092"/>
                </a:solidFill>
                <a:latin typeface="휴먼명조" pitchFamily="2" charset="-127"/>
                <a:ea typeface="휴먼명조" pitchFamily="2" charset="-127"/>
              </a:rPr>
              <a:t> </a:t>
            </a:r>
            <a:r>
              <a:rPr kumimoji="0" lang="ko-KR" altLang="en-US" sz="4700" dirty="0" smtClean="0">
                <a:solidFill>
                  <a:srgbClr val="376092"/>
                </a:solidFill>
                <a:latin typeface="휴먼명조" pitchFamily="2" charset="-127"/>
                <a:ea typeface="휴먼명조" pitchFamily="2" charset="-127"/>
              </a:rPr>
              <a:t>시각 장애인을 위한</a:t>
            </a:r>
            <a:endParaRPr kumimoji="0" lang="en-US" altLang="ko-KR" sz="4700" dirty="0" smtClean="0">
              <a:solidFill>
                <a:srgbClr val="376092"/>
              </a:solidFill>
              <a:latin typeface="휴먼명조" pitchFamily="2" charset="-127"/>
              <a:ea typeface="휴먼명조" pitchFamily="2" charset="-127"/>
            </a:endParaRPr>
          </a:p>
          <a:p>
            <a:pPr algn="ctr" defTabSz="2882900">
              <a:spcBef>
                <a:spcPct val="0"/>
              </a:spcBef>
            </a:pPr>
            <a:r>
              <a:rPr kumimoji="0" lang="ko-KR" altLang="en-US" sz="4700" dirty="0" smtClean="0">
                <a:solidFill>
                  <a:srgbClr val="376092"/>
                </a:solidFill>
                <a:latin typeface="휴먼명조" pitchFamily="2" charset="-127"/>
                <a:ea typeface="휴먼명조" pitchFamily="2" charset="-127"/>
              </a:rPr>
              <a:t>국제 표준 </a:t>
            </a:r>
            <a:r>
              <a:rPr kumimoji="0" lang="ko-KR" altLang="en-US" sz="4700" dirty="0" err="1" smtClean="0">
                <a:solidFill>
                  <a:srgbClr val="376092"/>
                </a:solidFill>
                <a:latin typeface="휴먼명조" pitchFamily="2" charset="-127"/>
                <a:ea typeface="휴먼명조" pitchFamily="2" charset="-127"/>
              </a:rPr>
              <a:t>전자책</a:t>
            </a:r>
            <a:r>
              <a:rPr kumimoji="0" lang="ko-KR" altLang="en-US" sz="4700" dirty="0" smtClean="0">
                <a:solidFill>
                  <a:srgbClr val="376092"/>
                </a:solidFill>
                <a:latin typeface="휴먼명조" pitchFamily="2" charset="-127"/>
                <a:ea typeface="휴먼명조" pitchFamily="2" charset="-127"/>
              </a:rPr>
              <a:t> 기기</a:t>
            </a:r>
            <a:endParaRPr kumimoji="0" lang="en-US" altLang="ko-KR" sz="4700" dirty="0">
              <a:solidFill>
                <a:srgbClr val="376092"/>
              </a:solidFill>
              <a:latin typeface="휴먼명조" pitchFamily="2" charset="-127"/>
              <a:ea typeface="휴먼명조" pitchFamily="2" charset="-127"/>
            </a:endParaRPr>
          </a:p>
        </p:txBody>
      </p:sp>
      <p:cxnSp>
        <p:nvCxnSpPr>
          <p:cNvPr id="312" name="직선 연결선 311"/>
          <p:cNvCxnSpPr/>
          <p:nvPr/>
        </p:nvCxnSpPr>
        <p:spPr>
          <a:xfrm>
            <a:off x="0" y="29641800"/>
            <a:ext cx="22477413" cy="0"/>
          </a:xfrm>
          <a:prstGeom prst="line">
            <a:avLst/>
          </a:prstGeom>
          <a:ln w="12700" cap="sq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연결선 314"/>
          <p:cNvCxnSpPr/>
          <p:nvPr/>
        </p:nvCxnSpPr>
        <p:spPr>
          <a:xfrm>
            <a:off x="0" y="8328025"/>
            <a:ext cx="22477413" cy="0"/>
          </a:xfrm>
          <a:prstGeom prst="line">
            <a:avLst/>
          </a:prstGeom>
          <a:ln w="12700" cap="sq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직선 연결선 317"/>
          <p:cNvCxnSpPr/>
          <p:nvPr/>
        </p:nvCxnSpPr>
        <p:spPr>
          <a:xfrm rot="5400000">
            <a:off x="-763579" y="12168386"/>
            <a:ext cx="47085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직선 연결선 318"/>
          <p:cNvCxnSpPr/>
          <p:nvPr/>
        </p:nvCxnSpPr>
        <p:spPr>
          <a:xfrm rot="5400000">
            <a:off x="9227498" y="17555938"/>
            <a:ext cx="58972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직선 연결선 319"/>
          <p:cNvCxnSpPr/>
          <p:nvPr/>
        </p:nvCxnSpPr>
        <p:spPr>
          <a:xfrm rot="5400000">
            <a:off x="10103682" y="24286796"/>
            <a:ext cx="4144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89" name="Freeform 155"/>
          <p:cNvSpPr>
            <a:spLocks/>
          </p:cNvSpPr>
          <p:nvPr/>
        </p:nvSpPr>
        <p:spPr bwMode="auto">
          <a:xfrm>
            <a:off x="1804988" y="28706763"/>
            <a:ext cx="379412" cy="234950"/>
          </a:xfrm>
          <a:custGeom>
            <a:avLst/>
            <a:gdLst>
              <a:gd name="T0" fmla="*/ 48 w 73"/>
              <a:gd name="T1" fmla="*/ 0 h 48"/>
              <a:gd name="T2" fmla="*/ 48 w 73"/>
              <a:gd name="T3" fmla="*/ 23 h 48"/>
              <a:gd name="T4" fmla="*/ 25 w 73"/>
              <a:gd name="T5" fmla="*/ 23 h 48"/>
              <a:gd name="T6" fmla="*/ 25 w 73"/>
              <a:gd name="T7" fmla="*/ 0 h 48"/>
              <a:gd name="T8" fmla="*/ 0 w 73"/>
              <a:gd name="T9" fmla="*/ 0 h 48"/>
              <a:gd name="T10" fmla="*/ 0 w 73"/>
              <a:gd name="T11" fmla="*/ 48 h 48"/>
              <a:gd name="T12" fmla="*/ 73 w 73"/>
              <a:gd name="T13" fmla="*/ 48 h 48"/>
              <a:gd name="T14" fmla="*/ 73 w 73"/>
              <a:gd name="T15" fmla="*/ 0 h 48"/>
              <a:gd name="T16" fmla="*/ 48 w 73"/>
              <a:gd name="T17" fmla="*/ 0 h 4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3"/>
              <a:gd name="T28" fmla="*/ 0 h 48"/>
              <a:gd name="T29" fmla="*/ 73 w 73"/>
              <a:gd name="T30" fmla="*/ 48 h 4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3" h="48">
                <a:moveTo>
                  <a:pt x="48" y="0"/>
                </a:moveTo>
                <a:lnTo>
                  <a:pt x="48" y="23"/>
                </a:lnTo>
                <a:lnTo>
                  <a:pt x="25" y="23"/>
                </a:lnTo>
                <a:lnTo>
                  <a:pt x="25" y="0"/>
                </a:lnTo>
                <a:lnTo>
                  <a:pt x="0" y="0"/>
                </a:lnTo>
                <a:lnTo>
                  <a:pt x="0" y="48"/>
                </a:lnTo>
                <a:lnTo>
                  <a:pt x="73" y="48"/>
                </a:lnTo>
                <a:lnTo>
                  <a:pt x="73" y="0"/>
                </a:lnTo>
                <a:lnTo>
                  <a:pt x="48" y="0"/>
                </a:lnTo>
                <a:close/>
              </a:path>
            </a:pathLst>
          </a:custGeom>
          <a:solidFill>
            <a:srgbClr val="0072B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790" name="Freeform 156"/>
          <p:cNvSpPr>
            <a:spLocks noEditPoints="1"/>
          </p:cNvSpPr>
          <p:nvPr/>
        </p:nvSpPr>
        <p:spPr bwMode="auto">
          <a:xfrm>
            <a:off x="1425575" y="28351163"/>
            <a:ext cx="379413" cy="590550"/>
          </a:xfrm>
          <a:custGeom>
            <a:avLst/>
            <a:gdLst>
              <a:gd name="T0" fmla="*/ 73 w 73"/>
              <a:gd name="T1" fmla="*/ 0 h 121"/>
              <a:gd name="T2" fmla="*/ 25 w 73"/>
              <a:gd name="T3" fmla="*/ 0 h 121"/>
              <a:gd name="T4" fmla="*/ 25 w 73"/>
              <a:gd name="T5" fmla="*/ 23 h 121"/>
              <a:gd name="T6" fmla="*/ 0 w 73"/>
              <a:gd name="T7" fmla="*/ 23 h 121"/>
              <a:gd name="T8" fmla="*/ 0 w 73"/>
              <a:gd name="T9" fmla="*/ 121 h 121"/>
              <a:gd name="T10" fmla="*/ 25 w 73"/>
              <a:gd name="T11" fmla="*/ 121 h 121"/>
              <a:gd name="T12" fmla="*/ 25 w 73"/>
              <a:gd name="T13" fmla="*/ 73 h 121"/>
              <a:gd name="T14" fmla="*/ 73 w 73"/>
              <a:gd name="T15" fmla="*/ 73 h 121"/>
              <a:gd name="T16" fmla="*/ 73 w 73"/>
              <a:gd name="T17" fmla="*/ 0 h 121"/>
              <a:gd name="T18" fmla="*/ 48 w 73"/>
              <a:gd name="T19" fmla="*/ 48 h 121"/>
              <a:gd name="T20" fmla="*/ 25 w 73"/>
              <a:gd name="T21" fmla="*/ 48 h 121"/>
              <a:gd name="T22" fmla="*/ 25 w 73"/>
              <a:gd name="T23" fmla="*/ 23 h 121"/>
              <a:gd name="T24" fmla="*/ 48 w 73"/>
              <a:gd name="T25" fmla="*/ 23 h 121"/>
              <a:gd name="T26" fmla="*/ 48 w 73"/>
              <a:gd name="T27" fmla="*/ 48 h 12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3"/>
              <a:gd name="T43" fmla="*/ 0 h 121"/>
              <a:gd name="T44" fmla="*/ 73 w 73"/>
              <a:gd name="T45" fmla="*/ 121 h 12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3" h="121">
                <a:moveTo>
                  <a:pt x="73" y="0"/>
                </a:moveTo>
                <a:lnTo>
                  <a:pt x="25" y="0"/>
                </a:lnTo>
                <a:lnTo>
                  <a:pt x="25" y="23"/>
                </a:lnTo>
                <a:lnTo>
                  <a:pt x="0" y="23"/>
                </a:lnTo>
                <a:lnTo>
                  <a:pt x="0" y="121"/>
                </a:lnTo>
                <a:lnTo>
                  <a:pt x="25" y="121"/>
                </a:lnTo>
                <a:lnTo>
                  <a:pt x="25" y="73"/>
                </a:lnTo>
                <a:lnTo>
                  <a:pt x="73" y="73"/>
                </a:lnTo>
                <a:lnTo>
                  <a:pt x="73" y="0"/>
                </a:lnTo>
                <a:close/>
                <a:moveTo>
                  <a:pt x="48" y="48"/>
                </a:moveTo>
                <a:lnTo>
                  <a:pt x="25" y="48"/>
                </a:lnTo>
                <a:lnTo>
                  <a:pt x="25" y="23"/>
                </a:lnTo>
                <a:lnTo>
                  <a:pt x="48" y="23"/>
                </a:lnTo>
                <a:lnTo>
                  <a:pt x="48" y="48"/>
                </a:lnTo>
                <a:close/>
              </a:path>
            </a:pathLst>
          </a:custGeom>
          <a:solidFill>
            <a:srgbClr val="F05E22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791" name="Freeform 157"/>
          <p:cNvSpPr>
            <a:spLocks/>
          </p:cNvSpPr>
          <p:nvPr/>
        </p:nvSpPr>
        <p:spPr bwMode="auto">
          <a:xfrm>
            <a:off x="2257425" y="28384500"/>
            <a:ext cx="166688" cy="220663"/>
          </a:xfrm>
          <a:custGeom>
            <a:avLst/>
            <a:gdLst>
              <a:gd name="T0" fmla="*/ 0 w 18"/>
              <a:gd name="T1" fmla="*/ 0 h 25"/>
              <a:gd name="T2" fmla="*/ 4 w 18"/>
              <a:gd name="T3" fmla="*/ 0 h 25"/>
              <a:gd name="T4" fmla="*/ 4 w 18"/>
              <a:gd name="T5" fmla="*/ 12 h 25"/>
              <a:gd name="T6" fmla="*/ 4 w 18"/>
              <a:gd name="T7" fmla="*/ 12 h 25"/>
              <a:gd name="T8" fmla="*/ 6 w 18"/>
              <a:gd name="T9" fmla="*/ 10 h 25"/>
              <a:gd name="T10" fmla="*/ 13 w 18"/>
              <a:gd name="T11" fmla="*/ 0 h 25"/>
              <a:gd name="T12" fmla="*/ 17 w 18"/>
              <a:gd name="T13" fmla="*/ 0 h 25"/>
              <a:gd name="T14" fmla="*/ 8 w 18"/>
              <a:gd name="T15" fmla="*/ 11 h 25"/>
              <a:gd name="T16" fmla="*/ 18 w 18"/>
              <a:gd name="T17" fmla="*/ 25 h 25"/>
              <a:gd name="T18" fmla="*/ 14 w 18"/>
              <a:gd name="T19" fmla="*/ 25 h 25"/>
              <a:gd name="T20" fmla="*/ 6 w 18"/>
              <a:gd name="T21" fmla="*/ 13 h 25"/>
              <a:gd name="T22" fmla="*/ 4 w 18"/>
              <a:gd name="T23" fmla="*/ 16 h 25"/>
              <a:gd name="T24" fmla="*/ 4 w 18"/>
              <a:gd name="T25" fmla="*/ 25 h 25"/>
              <a:gd name="T26" fmla="*/ 0 w 18"/>
              <a:gd name="T27" fmla="*/ 25 h 25"/>
              <a:gd name="T28" fmla="*/ 0 w 18"/>
              <a:gd name="T29" fmla="*/ 0 h 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8"/>
              <a:gd name="T46" fmla="*/ 0 h 25"/>
              <a:gd name="T47" fmla="*/ 18 w 18"/>
              <a:gd name="T48" fmla="*/ 25 h 25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8" h="25">
                <a:moveTo>
                  <a:pt x="0" y="0"/>
                </a:moveTo>
                <a:cubicBezTo>
                  <a:pt x="4" y="0"/>
                  <a:pt x="4" y="0"/>
                  <a:pt x="4" y="0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1"/>
                  <a:pt x="5" y="11"/>
                  <a:pt x="6" y="10"/>
                </a:cubicBezTo>
                <a:cubicBezTo>
                  <a:pt x="13" y="0"/>
                  <a:pt x="13" y="0"/>
                  <a:pt x="13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8" y="11"/>
                  <a:pt x="8" y="11"/>
                  <a:pt x="8" y="11"/>
                </a:cubicBezTo>
                <a:cubicBezTo>
                  <a:pt x="18" y="25"/>
                  <a:pt x="18" y="25"/>
                  <a:pt x="18" y="25"/>
                </a:cubicBezTo>
                <a:cubicBezTo>
                  <a:pt x="14" y="25"/>
                  <a:pt x="14" y="25"/>
                  <a:pt x="14" y="25"/>
                </a:cubicBezTo>
                <a:cubicBezTo>
                  <a:pt x="6" y="13"/>
                  <a:pt x="6" y="13"/>
                  <a:pt x="6" y="13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25"/>
                  <a:pt x="4" y="25"/>
                  <a:pt x="4" y="25"/>
                </a:cubicBezTo>
                <a:cubicBezTo>
                  <a:pt x="0" y="25"/>
                  <a:pt x="0" y="25"/>
                  <a:pt x="0" y="25"/>
                </a:cubicBez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792" name="Freeform 158"/>
          <p:cNvSpPr>
            <a:spLocks noEditPoints="1"/>
          </p:cNvSpPr>
          <p:nvPr/>
        </p:nvSpPr>
        <p:spPr bwMode="auto">
          <a:xfrm>
            <a:off x="2435225" y="28448000"/>
            <a:ext cx="166688" cy="166688"/>
          </a:xfrm>
          <a:custGeom>
            <a:avLst/>
            <a:gdLst>
              <a:gd name="T0" fmla="*/ 18 w 18"/>
              <a:gd name="T1" fmla="*/ 9 h 19"/>
              <a:gd name="T2" fmla="*/ 9 w 18"/>
              <a:gd name="T3" fmla="*/ 19 h 19"/>
              <a:gd name="T4" fmla="*/ 0 w 18"/>
              <a:gd name="T5" fmla="*/ 10 h 19"/>
              <a:gd name="T6" fmla="*/ 9 w 18"/>
              <a:gd name="T7" fmla="*/ 0 h 19"/>
              <a:gd name="T8" fmla="*/ 18 w 18"/>
              <a:gd name="T9" fmla="*/ 9 h 19"/>
              <a:gd name="T10" fmla="*/ 3 w 18"/>
              <a:gd name="T11" fmla="*/ 9 h 19"/>
              <a:gd name="T12" fmla="*/ 9 w 18"/>
              <a:gd name="T13" fmla="*/ 16 h 19"/>
              <a:gd name="T14" fmla="*/ 14 w 18"/>
              <a:gd name="T15" fmla="*/ 9 h 19"/>
              <a:gd name="T16" fmla="*/ 9 w 18"/>
              <a:gd name="T17" fmla="*/ 2 h 19"/>
              <a:gd name="T18" fmla="*/ 3 w 18"/>
              <a:gd name="T19" fmla="*/ 9 h 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9"/>
              <a:gd name="T32" fmla="*/ 18 w 18"/>
              <a:gd name="T33" fmla="*/ 19 h 1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9">
                <a:moveTo>
                  <a:pt x="18" y="9"/>
                </a:moveTo>
                <a:cubicBezTo>
                  <a:pt x="18" y="16"/>
                  <a:pt x="13" y="19"/>
                  <a:pt x="9" y="19"/>
                </a:cubicBezTo>
                <a:cubicBezTo>
                  <a:pt x="4" y="19"/>
                  <a:pt x="0" y="15"/>
                  <a:pt x="0" y="10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lose/>
                <a:moveTo>
                  <a:pt x="3" y="9"/>
                </a:moveTo>
                <a:cubicBezTo>
                  <a:pt x="3" y="13"/>
                  <a:pt x="6" y="16"/>
                  <a:pt x="9" y="16"/>
                </a:cubicBezTo>
                <a:cubicBezTo>
                  <a:pt x="12" y="16"/>
                  <a:pt x="14" y="13"/>
                  <a:pt x="14" y="9"/>
                </a:cubicBezTo>
                <a:cubicBezTo>
                  <a:pt x="14" y="6"/>
                  <a:pt x="13" y="2"/>
                  <a:pt x="9" y="2"/>
                </a:cubicBezTo>
                <a:cubicBezTo>
                  <a:pt x="5" y="2"/>
                  <a:pt x="3" y="6"/>
                  <a:pt x="3" y="9"/>
                </a:cubicBez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793" name="Freeform 159"/>
          <p:cNvSpPr>
            <a:spLocks/>
          </p:cNvSpPr>
          <p:nvPr/>
        </p:nvSpPr>
        <p:spPr bwMode="auto">
          <a:xfrm>
            <a:off x="2638425" y="28448000"/>
            <a:ext cx="82550" cy="157163"/>
          </a:xfrm>
          <a:custGeom>
            <a:avLst/>
            <a:gdLst>
              <a:gd name="T0" fmla="*/ 0 w 9"/>
              <a:gd name="T1" fmla="*/ 6 h 18"/>
              <a:gd name="T2" fmla="*/ 0 w 9"/>
              <a:gd name="T3" fmla="*/ 0 h 18"/>
              <a:gd name="T4" fmla="*/ 2 w 9"/>
              <a:gd name="T5" fmla="*/ 0 h 18"/>
              <a:gd name="T6" fmla="*/ 3 w 9"/>
              <a:gd name="T7" fmla="*/ 4 h 18"/>
              <a:gd name="T8" fmla="*/ 3 w 9"/>
              <a:gd name="T9" fmla="*/ 4 h 18"/>
              <a:gd name="T10" fmla="*/ 8 w 9"/>
              <a:gd name="T11" fmla="*/ 0 h 18"/>
              <a:gd name="T12" fmla="*/ 9 w 9"/>
              <a:gd name="T13" fmla="*/ 0 h 18"/>
              <a:gd name="T14" fmla="*/ 9 w 9"/>
              <a:gd name="T15" fmla="*/ 3 h 18"/>
              <a:gd name="T16" fmla="*/ 8 w 9"/>
              <a:gd name="T17" fmla="*/ 3 h 18"/>
              <a:gd name="T18" fmla="*/ 3 w 9"/>
              <a:gd name="T19" fmla="*/ 7 h 18"/>
              <a:gd name="T20" fmla="*/ 3 w 9"/>
              <a:gd name="T21" fmla="*/ 9 h 18"/>
              <a:gd name="T22" fmla="*/ 3 w 9"/>
              <a:gd name="T23" fmla="*/ 18 h 18"/>
              <a:gd name="T24" fmla="*/ 0 w 9"/>
              <a:gd name="T25" fmla="*/ 18 h 18"/>
              <a:gd name="T26" fmla="*/ 0 w 9"/>
              <a:gd name="T27" fmla="*/ 6 h 1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9"/>
              <a:gd name="T43" fmla="*/ 0 h 18"/>
              <a:gd name="T44" fmla="*/ 9 w 9"/>
              <a:gd name="T45" fmla="*/ 18 h 18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9" h="18">
                <a:moveTo>
                  <a:pt x="0" y="6"/>
                </a:moveTo>
                <a:cubicBezTo>
                  <a:pt x="0" y="4"/>
                  <a:pt x="0" y="2"/>
                  <a:pt x="0" y="0"/>
                </a:cubicBezTo>
                <a:cubicBezTo>
                  <a:pt x="2" y="0"/>
                  <a:pt x="2" y="0"/>
                  <a:pt x="2" y="0"/>
                </a:cubicBez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cubicBezTo>
                  <a:pt x="4" y="2"/>
                  <a:pt x="6" y="0"/>
                  <a:pt x="8" y="0"/>
                </a:cubicBezTo>
                <a:cubicBezTo>
                  <a:pt x="8" y="0"/>
                  <a:pt x="8" y="0"/>
                  <a:pt x="9" y="0"/>
                </a:cubicBezTo>
                <a:cubicBezTo>
                  <a:pt x="9" y="3"/>
                  <a:pt x="9" y="3"/>
                  <a:pt x="9" y="3"/>
                </a:cubicBezTo>
                <a:cubicBezTo>
                  <a:pt x="8" y="3"/>
                  <a:pt x="8" y="3"/>
                  <a:pt x="8" y="3"/>
                </a:cubicBezTo>
                <a:cubicBezTo>
                  <a:pt x="5" y="3"/>
                  <a:pt x="4" y="5"/>
                  <a:pt x="3" y="7"/>
                </a:cubicBezTo>
                <a:cubicBezTo>
                  <a:pt x="3" y="8"/>
                  <a:pt x="3" y="8"/>
                  <a:pt x="3" y="9"/>
                </a:cubicBezTo>
                <a:cubicBezTo>
                  <a:pt x="3" y="18"/>
                  <a:pt x="3" y="18"/>
                  <a:pt x="3" y="18"/>
                </a:cubicBezTo>
                <a:cubicBezTo>
                  <a:pt x="0" y="18"/>
                  <a:pt x="0" y="18"/>
                  <a:pt x="0" y="18"/>
                </a:cubicBezTo>
                <a:lnTo>
                  <a:pt x="0" y="6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794" name="Freeform 160"/>
          <p:cNvSpPr>
            <a:spLocks noEditPoints="1"/>
          </p:cNvSpPr>
          <p:nvPr/>
        </p:nvSpPr>
        <p:spPr bwMode="auto">
          <a:xfrm>
            <a:off x="2732088" y="28448000"/>
            <a:ext cx="144462" cy="166688"/>
          </a:xfrm>
          <a:custGeom>
            <a:avLst/>
            <a:gdLst>
              <a:gd name="T0" fmla="*/ 3 w 16"/>
              <a:gd name="T1" fmla="*/ 10 h 19"/>
              <a:gd name="T2" fmla="*/ 10 w 16"/>
              <a:gd name="T3" fmla="*/ 16 h 19"/>
              <a:gd name="T4" fmla="*/ 15 w 16"/>
              <a:gd name="T5" fmla="*/ 15 h 19"/>
              <a:gd name="T6" fmla="*/ 15 w 16"/>
              <a:gd name="T7" fmla="*/ 18 h 19"/>
              <a:gd name="T8" fmla="*/ 9 w 16"/>
              <a:gd name="T9" fmla="*/ 19 h 19"/>
              <a:gd name="T10" fmla="*/ 0 w 16"/>
              <a:gd name="T11" fmla="*/ 10 h 19"/>
              <a:gd name="T12" fmla="*/ 9 w 16"/>
              <a:gd name="T13" fmla="*/ 0 h 19"/>
              <a:gd name="T14" fmla="*/ 16 w 16"/>
              <a:gd name="T15" fmla="*/ 9 h 19"/>
              <a:gd name="T16" fmla="*/ 16 w 16"/>
              <a:gd name="T17" fmla="*/ 10 h 19"/>
              <a:gd name="T18" fmla="*/ 3 w 16"/>
              <a:gd name="T19" fmla="*/ 10 h 19"/>
              <a:gd name="T20" fmla="*/ 13 w 16"/>
              <a:gd name="T21" fmla="*/ 8 h 19"/>
              <a:gd name="T22" fmla="*/ 8 w 16"/>
              <a:gd name="T23" fmla="*/ 2 h 19"/>
              <a:gd name="T24" fmla="*/ 3 w 16"/>
              <a:gd name="T25" fmla="*/ 8 h 19"/>
              <a:gd name="T26" fmla="*/ 13 w 16"/>
              <a:gd name="T27" fmla="*/ 8 h 1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6"/>
              <a:gd name="T43" fmla="*/ 0 h 19"/>
              <a:gd name="T44" fmla="*/ 16 w 16"/>
              <a:gd name="T45" fmla="*/ 19 h 1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6" h="19">
                <a:moveTo>
                  <a:pt x="3" y="10"/>
                </a:moveTo>
                <a:cubicBezTo>
                  <a:pt x="3" y="14"/>
                  <a:pt x="6" y="16"/>
                  <a:pt x="10" y="16"/>
                </a:cubicBezTo>
                <a:cubicBezTo>
                  <a:pt x="12" y="16"/>
                  <a:pt x="13" y="16"/>
                  <a:pt x="15" y="15"/>
                </a:cubicBezTo>
                <a:cubicBezTo>
                  <a:pt x="15" y="18"/>
                  <a:pt x="15" y="18"/>
                  <a:pt x="15" y="18"/>
                </a:cubicBezTo>
                <a:cubicBezTo>
                  <a:pt x="14" y="18"/>
                  <a:pt x="12" y="19"/>
                  <a:pt x="9" y="19"/>
                </a:cubicBezTo>
                <a:cubicBezTo>
                  <a:pt x="4" y="19"/>
                  <a:pt x="0" y="15"/>
                  <a:pt x="0" y="10"/>
                </a:cubicBezTo>
                <a:cubicBezTo>
                  <a:pt x="0" y="4"/>
                  <a:pt x="3" y="0"/>
                  <a:pt x="9" y="0"/>
                </a:cubicBezTo>
                <a:cubicBezTo>
                  <a:pt x="15" y="0"/>
                  <a:pt x="16" y="5"/>
                  <a:pt x="16" y="9"/>
                </a:cubicBezTo>
                <a:cubicBezTo>
                  <a:pt x="16" y="9"/>
                  <a:pt x="16" y="10"/>
                  <a:pt x="16" y="10"/>
                </a:cubicBezTo>
                <a:lnTo>
                  <a:pt x="3" y="10"/>
                </a:lnTo>
                <a:close/>
                <a:moveTo>
                  <a:pt x="13" y="8"/>
                </a:moveTo>
                <a:cubicBezTo>
                  <a:pt x="13" y="6"/>
                  <a:pt x="12" y="2"/>
                  <a:pt x="8" y="2"/>
                </a:cubicBezTo>
                <a:cubicBezTo>
                  <a:pt x="5" y="2"/>
                  <a:pt x="4" y="5"/>
                  <a:pt x="3" y="8"/>
                </a:cubicBezTo>
                <a:lnTo>
                  <a:pt x="13" y="8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795" name="Freeform 161"/>
          <p:cNvSpPr>
            <a:spLocks noEditPoints="1"/>
          </p:cNvSpPr>
          <p:nvPr/>
        </p:nvSpPr>
        <p:spPr bwMode="auto">
          <a:xfrm>
            <a:off x="2908300" y="28448000"/>
            <a:ext cx="125413" cy="166688"/>
          </a:xfrm>
          <a:custGeom>
            <a:avLst/>
            <a:gdLst>
              <a:gd name="T0" fmla="*/ 14 w 14"/>
              <a:gd name="T1" fmla="*/ 14 h 19"/>
              <a:gd name="T2" fmla="*/ 14 w 14"/>
              <a:gd name="T3" fmla="*/ 18 h 19"/>
              <a:gd name="T4" fmla="*/ 11 w 14"/>
              <a:gd name="T5" fmla="*/ 18 h 19"/>
              <a:gd name="T6" fmla="*/ 11 w 14"/>
              <a:gd name="T7" fmla="*/ 16 h 19"/>
              <a:gd name="T8" fmla="*/ 11 w 14"/>
              <a:gd name="T9" fmla="*/ 16 h 19"/>
              <a:gd name="T10" fmla="*/ 5 w 14"/>
              <a:gd name="T11" fmla="*/ 19 h 19"/>
              <a:gd name="T12" fmla="*/ 0 w 14"/>
              <a:gd name="T13" fmla="*/ 14 h 19"/>
              <a:gd name="T14" fmla="*/ 11 w 14"/>
              <a:gd name="T15" fmla="*/ 7 h 19"/>
              <a:gd name="T16" fmla="*/ 11 w 14"/>
              <a:gd name="T17" fmla="*/ 7 h 19"/>
              <a:gd name="T18" fmla="*/ 6 w 14"/>
              <a:gd name="T19" fmla="*/ 2 h 19"/>
              <a:gd name="T20" fmla="*/ 2 w 14"/>
              <a:gd name="T21" fmla="*/ 4 h 19"/>
              <a:gd name="T22" fmla="*/ 1 w 14"/>
              <a:gd name="T23" fmla="*/ 2 h 19"/>
              <a:gd name="T24" fmla="*/ 7 w 14"/>
              <a:gd name="T25" fmla="*/ 0 h 19"/>
              <a:gd name="T26" fmla="*/ 14 w 14"/>
              <a:gd name="T27" fmla="*/ 7 h 19"/>
              <a:gd name="T28" fmla="*/ 14 w 14"/>
              <a:gd name="T29" fmla="*/ 14 h 19"/>
              <a:gd name="T30" fmla="*/ 11 w 14"/>
              <a:gd name="T31" fmla="*/ 9 h 19"/>
              <a:gd name="T32" fmla="*/ 3 w 14"/>
              <a:gd name="T33" fmla="*/ 13 h 19"/>
              <a:gd name="T34" fmla="*/ 6 w 14"/>
              <a:gd name="T35" fmla="*/ 16 h 19"/>
              <a:gd name="T36" fmla="*/ 10 w 14"/>
              <a:gd name="T37" fmla="*/ 13 h 19"/>
              <a:gd name="T38" fmla="*/ 11 w 14"/>
              <a:gd name="T39" fmla="*/ 12 h 19"/>
              <a:gd name="T40" fmla="*/ 11 w 14"/>
              <a:gd name="T41" fmla="*/ 9 h 1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4"/>
              <a:gd name="T64" fmla="*/ 0 h 19"/>
              <a:gd name="T65" fmla="*/ 14 w 14"/>
              <a:gd name="T66" fmla="*/ 19 h 19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4" h="19">
                <a:moveTo>
                  <a:pt x="14" y="14"/>
                </a:moveTo>
                <a:cubicBezTo>
                  <a:pt x="14" y="16"/>
                  <a:pt x="14" y="17"/>
                  <a:pt x="14" y="18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16"/>
                  <a:pt x="11" y="16"/>
                  <a:pt x="11" y="16"/>
                </a:cubicBezTo>
                <a:cubicBezTo>
                  <a:pt x="11" y="16"/>
                  <a:pt x="11" y="16"/>
                  <a:pt x="11" y="16"/>
                </a:cubicBezTo>
                <a:cubicBezTo>
                  <a:pt x="10" y="18"/>
                  <a:pt x="8" y="19"/>
                  <a:pt x="5" y="19"/>
                </a:cubicBezTo>
                <a:cubicBezTo>
                  <a:pt x="2" y="19"/>
                  <a:pt x="0" y="16"/>
                  <a:pt x="0" y="14"/>
                </a:cubicBezTo>
                <a:cubicBezTo>
                  <a:pt x="0" y="9"/>
                  <a:pt x="4" y="7"/>
                  <a:pt x="11" y="7"/>
                </a:cubicBezTo>
                <a:cubicBezTo>
                  <a:pt x="11" y="7"/>
                  <a:pt x="11" y="7"/>
                  <a:pt x="11" y="7"/>
                </a:cubicBezTo>
                <a:cubicBezTo>
                  <a:pt x="11" y="5"/>
                  <a:pt x="10" y="2"/>
                  <a:pt x="6" y="2"/>
                </a:cubicBezTo>
                <a:cubicBezTo>
                  <a:pt x="5" y="2"/>
                  <a:pt x="3" y="3"/>
                  <a:pt x="2" y="4"/>
                </a:cubicBezTo>
                <a:cubicBezTo>
                  <a:pt x="1" y="2"/>
                  <a:pt x="1" y="2"/>
                  <a:pt x="1" y="2"/>
                </a:cubicBezTo>
                <a:cubicBezTo>
                  <a:pt x="3" y="1"/>
                  <a:pt x="5" y="0"/>
                  <a:pt x="7" y="0"/>
                </a:cubicBezTo>
                <a:cubicBezTo>
                  <a:pt x="12" y="0"/>
                  <a:pt x="14" y="4"/>
                  <a:pt x="14" y="7"/>
                </a:cubicBezTo>
                <a:lnTo>
                  <a:pt x="14" y="14"/>
                </a:lnTo>
                <a:close/>
                <a:moveTo>
                  <a:pt x="11" y="9"/>
                </a:moveTo>
                <a:cubicBezTo>
                  <a:pt x="7" y="9"/>
                  <a:pt x="3" y="10"/>
                  <a:pt x="3" y="13"/>
                </a:cubicBezTo>
                <a:cubicBezTo>
                  <a:pt x="3" y="15"/>
                  <a:pt x="4" y="16"/>
                  <a:pt x="6" y="16"/>
                </a:cubicBezTo>
                <a:cubicBezTo>
                  <a:pt x="8" y="16"/>
                  <a:pt x="10" y="15"/>
                  <a:pt x="10" y="13"/>
                </a:cubicBezTo>
                <a:cubicBezTo>
                  <a:pt x="11" y="12"/>
                  <a:pt x="11" y="12"/>
                  <a:pt x="11" y="12"/>
                </a:cubicBezTo>
                <a:lnTo>
                  <a:pt x="11" y="9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796" name="Freeform 162"/>
          <p:cNvSpPr>
            <a:spLocks noEditPoints="1"/>
          </p:cNvSpPr>
          <p:nvPr/>
        </p:nvSpPr>
        <p:spPr bwMode="auto">
          <a:xfrm>
            <a:off x="2257425" y="28725813"/>
            <a:ext cx="150813" cy="215900"/>
          </a:xfrm>
          <a:custGeom>
            <a:avLst/>
            <a:gdLst>
              <a:gd name="T0" fmla="*/ 0 w 16"/>
              <a:gd name="T1" fmla="*/ 0 h 25"/>
              <a:gd name="T2" fmla="*/ 7 w 16"/>
              <a:gd name="T3" fmla="*/ 0 h 25"/>
              <a:gd name="T4" fmla="*/ 14 w 16"/>
              <a:gd name="T5" fmla="*/ 2 h 25"/>
              <a:gd name="T6" fmla="*/ 16 w 16"/>
              <a:gd name="T7" fmla="*/ 7 h 25"/>
              <a:gd name="T8" fmla="*/ 14 w 16"/>
              <a:gd name="T9" fmla="*/ 12 h 25"/>
              <a:gd name="T10" fmla="*/ 6 w 16"/>
              <a:gd name="T11" fmla="*/ 15 h 25"/>
              <a:gd name="T12" fmla="*/ 4 w 16"/>
              <a:gd name="T13" fmla="*/ 15 h 25"/>
              <a:gd name="T14" fmla="*/ 4 w 16"/>
              <a:gd name="T15" fmla="*/ 25 h 25"/>
              <a:gd name="T16" fmla="*/ 0 w 16"/>
              <a:gd name="T17" fmla="*/ 25 h 25"/>
              <a:gd name="T18" fmla="*/ 0 w 16"/>
              <a:gd name="T19" fmla="*/ 0 h 25"/>
              <a:gd name="T20" fmla="*/ 4 w 16"/>
              <a:gd name="T21" fmla="*/ 12 h 25"/>
              <a:gd name="T22" fmla="*/ 6 w 16"/>
              <a:gd name="T23" fmla="*/ 12 h 25"/>
              <a:gd name="T24" fmla="*/ 13 w 16"/>
              <a:gd name="T25" fmla="*/ 7 h 25"/>
              <a:gd name="T26" fmla="*/ 7 w 16"/>
              <a:gd name="T27" fmla="*/ 2 h 25"/>
              <a:gd name="T28" fmla="*/ 4 w 16"/>
              <a:gd name="T29" fmla="*/ 2 h 25"/>
              <a:gd name="T30" fmla="*/ 4 w 16"/>
              <a:gd name="T31" fmla="*/ 12 h 2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6"/>
              <a:gd name="T49" fmla="*/ 0 h 25"/>
              <a:gd name="T50" fmla="*/ 16 w 16"/>
              <a:gd name="T51" fmla="*/ 25 h 2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6" h="25">
                <a:moveTo>
                  <a:pt x="0" y="0"/>
                </a:moveTo>
                <a:cubicBezTo>
                  <a:pt x="2" y="0"/>
                  <a:pt x="4" y="0"/>
                  <a:pt x="7" y="0"/>
                </a:cubicBezTo>
                <a:cubicBezTo>
                  <a:pt x="10" y="0"/>
                  <a:pt x="12" y="0"/>
                  <a:pt x="14" y="2"/>
                </a:cubicBezTo>
                <a:cubicBezTo>
                  <a:pt x="15" y="3"/>
                  <a:pt x="16" y="5"/>
                  <a:pt x="16" y="7"/>
                </a:cubicBezTo>
                <a:cubicBezTo>
                  <a:pt x="16" y="9"/>
                  <a:pt x="15" y="11"/>
                  <a:pt x="14" y="12"/>
                </a:cubicBezTo>
                <a:cubicBezTo>
                  <a:pt x="12" y="14"/>
                  <a:pt x="9" y="15"/>
                  <a:pt x="6" y="15"/>
                </a:cubicBezTo>
                <a:cubicBezTo>
                  <a:pt x="5" y="15"/>
                  <a:pt x="4" y="15"/>
                  <a:pt x="4" y="15"/>
                </a:cubicBezTo>
                <a:cubicBezTo>
                  <a:pt x="4" y="25"/>
                  <a:pt x="4" y="25"/>
                  <a:pt x="4" y="25"/>
                </a:cubicBezTo>
                <a:cubicBezTo>
                  <a:pt x="0" y="25"/>
                  <a:pt x="0" y="25"/>
                  <a:pt x="0" y="25"/>
                </a:cubicBezTo>
                <a:lnTo>
                  <a:pt x="0" y="0"/>
                </a:lnTo>
                <a:close/>
                <a:moveTo>
                  <a:pt x="4" y="12"/>
                </a:moveTo>
                <a:cubicBezTo>
                  <a:pt x="4" y="12"/>
                  <a:pt x="5" y="12"/>
                  <a:pt x="6" y="12"/>
                </a:cubicBezTo>
                <a:cubicBezTo>
                  <a:pt x="10" y="12"/>
                  <a:pt x="13" y="10"/>
                  <a:pt x="13" y="7"/>
                </a:cubicBezTo>
                <a:cubicBezTo>
                  <a:pt x="13" y="4"/>
                  <a:pt x="10" y="2"/>
                  <a:pt x="7" y="2"/>
                </a:cubicBezTo>
                <a:cubicBezTo>
                  <a:pt x="5" y="2"/>
                  <a:pt x="4" y="2"/>
                  <a:pt x="4" y="2"/>
                </a:cubicBezTo>
                <a:lnTo>
                  <a:pt x="4" y="12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797" name="Freeform 163"/>
          <p:cNvSpPr>
            <a:spLocks noEditPoints="1"/>
          </p:cNvSpPr>
          <p:nvPr/>
        </p:nvSpPr>
        <p:spPr bwMode="auto">
          <a:xfrm>
            <a:off x="2424113" y="28775025"/>
            <a:ext cx="157162" cy="166688"/>
          </a:xfrm>
          <a:custGeom>
            <a:avLst/>
            <a:gdLst>
              <a:gd name="T0" fmla="*/ 17 w 17"/>
              <a:gd name="T1" fmla="*/ 10 h 19"/>
              <a:gd name="T2" fmla="*/ 8 w 17"/>
              <a:gd name="T3" fmla="*/ 19 h 19"/>
              <a:gd name="T4" fmla="*/ 0 w 17"/>
              <a:gd name="T5" fmla="*/ 10 h 19"/>
              <a:gd name="T6" fmla="*/ 9 w 17"/>
              <a:gd name="T7" fmla="*/ 0 h 19"/>
              <a:gd name="T8" fmla="*/ 17 w 17"/>
              <a:gd name="T9" fmla="*/ 10 h 19"/>
              <a:gd name="T10" fmla="*/ 3 w 17"/>
              <a:gd name="T11" fmla="*/ 10 h 19"/>
              <a:gd name="T12" fmla="*/ 9 w 17"/>
              <a:gd name="T13" fmla="*/ 17 h 19"/>
              <a:gd name="T14" fmla="*/ 14 w 17"/>
              <a:gd name="T15" fmla="*/ 10 h 19"/>
              <a:gd name="T16" fmla="*/ 9 w 17"/>
              <a:gd name="T17" fmla="*/ 3 h 19"/>
              <a:gd name="T18" fmla="*/ 3 w 17"/>
              <a:gd name="T19" fmla="*/ 10 h 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7"/>
              <a:gd name="T31" fmla="*/ 0 h 19"/>
              <a:gd name="T32" fmla="*/ 17 w 17"/>
              <a:gd name="T33" fmla="*/ 19 h 1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7" h="19">
                <a:moveTo>
                  <a:pt x="17" y="10"/>
                </a:moveTo>
                <a:cubicBezTo>
                  <a:pt x="17" y="16"/>
                  <a:pt x="13" y="19"/>
                  <a:pt x="8" y="19"/>
                </a:cubicBezTo>
                <a:cubicBezTo>
                  <a:pt x="4" y="19"/>
                  <a:pt x="0" y="16"/>
                  <a:pt x="0" y="10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7" y="4"/>
                  <a:pt x="17" y="10"/>
                </a:cubicBezTo>
                <a:close/>
                <a:moveTo>
                  <a:pt x="3" y="10"/>
                </a:moveTo>
                <a:cubicBezTo>
                  <a:pt x="3" y="14"/>
                  <a:pt x="5" y="17"/>
                  <a:pt x="9" y="17"/>
                </a:cubicBezTo>
                <a:cubicBezTo>
                  <a:pt x="12" y="17"/>
                  <a:pt x="14" y="14"/>
                  <a:pt x="14" y="10"/>
                </a:cubicBezTo>
                <a:cubicBezTo>
                  <a:pt x="14" y="7"/>
                  <a:pt x="12" y="3"/>
                  <a:pt x="9" y="3"/>
                </a:cubicBezTo>
                <a:cubicBezTo>
                  <a:pt x="5" y="3"/>
                  <a:pt x="3" y="6"/>
                  <a:pt x="3" y="10"/>
                </a:cubicBez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798" name="Rectangle 164"/>
          <p:cNvSpPr>
            <a:spLocks noChangeArrowheads="1"/>
          </p:cNvSpPr>
          <p:nvPr/>
        </p:nvSpPr>
        <p:spPr bwMode="auto">
          <a:xfrm>
            <a:off x="2617788" y="28706763"/>
            <a:ext cx="41275" cy="234950"/>
          </a:xfrm>
          <a:prstGeom prst="rect">
            <a:avLst/>
          </a:prstGeom>
          <a:solidFill>
            <a:srgbClr val="808080"/>
          </a:solidFill>
          <a:ln w="9525">
            <a:noFill/>
            <a:miter lim="800000"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799" name="Freeform 165"/>
          <p:cNvSpPr>
            <a:spLocks/>
          </p:cNvSpPr>
          <p:nvPr/>
        </p:nvSpPr>
        <p:spPr bwMode="auto">
          <a:xfrm>
            <a:off x="2684463" y="28784550"/>
            <a:ext cx="155575" cy="225425"/>
          </a:xfrm>
          <a:custGeom>
            <a:avLst/>
            <a:gdLst>
              <a:gd name="T0" fmla="*/ 3 w 17"/>
              <a:gd name="T1" fmla="*/ 0 h 26"/>
              <a:gd name="T2" fmla="*/ 7 w 17"/>
              <a:gd name="T3" fmla="*/ 10 h 26"/>
              <a:gd name="T4" fmla="*/ 9 w 17"/>
              <a:gd name="T5" fmla="*/ 14 h 26"/>
              <a:gd name="T6" fmla="*/ 9 w 17"/>
              <a:gd name="T7" fmla="*/ 14 h 26"/>
              <a:gd name="T8" fmla="*/ 10 w 17"/>
              <a:gd name="T9" fmla="*/ 10 h 26"/>
              <a:gd name="T10" fmla="*/ 13 w 17"/>
              <a:gd name="T11" fmla="*/ 0 h 26"/>
              <a:gd name="T12" fmla="*/ 17 w 17"/>
              <a:gd name="T13" fmla="*/ 0 h 26"/>
              <a:gd name="T14" fmla="*/ 12 w 17"/>
              <a:gd name="T15" fmla="*/ 13 h 26"/>
              <a:gd name="T16" fmla="*/ 6 w 17"/>
              <a:gd name="T17" fmla="*/ 24 h 26"/>
              <a:gd name="T18" fmla="*/ 2 w 17"/>
              <a:gd name="T19" fmla="*/ 26 h 26"/>
              <a:gd name="T20" fmla="*/ 1 w 17"/>
              <a:gd name="T21" fmla="*/ 23 h 26"/>
              <a:gd name="T22" fmla="*/ 4 w 17"/>
              <a:gd name="T23" fmla="*/ 22 h 26"/>
              <a:gd name="T24" fmla="*/ 6 w 17"/>
              <a:gd name="T25" fmla="*/ 18 h 26"/>
              <a:gd name="T26" fmla="*/ 7 w 17"/>
              <a:gd name="T27" fmla="*/ 17 h 26"/>
              <a:gd name="T28" fmla="*/ 7 w 17"/>
              <a:gd name="T29" fmla="*/ 16 h 26"/>
              <a:gd name="T30" fmla="*/ 0 w 17"/>
              <a:gd name="T31" fmla="*/ 0 h 26"/>
              <a:gd name="T32" fmla="*/ 3 w 17"/>
              <a:gd name="T33" fmla="*/ 0 h 2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7"/>
              <a:gd name="T52" fmla="*/ 0 h 26"/>
              <a:gd name="T53" fmla="*/ 17 w 17"/>
              <a:gd name="T54" fmla="*/ 26 h 2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7" h="26">
                <a:moveTo>
                  <a:pt x="3" y="0"/>
                </a:moveTo>
                <a:cubicBezTo>
                  <a:pt x="7" y="10"/>
                  <a:pt x="7" y="10"/>
                  <a:pt x="7" y="10"/>
                </a:cubicBezTo>
                <a:cubicBezTo>
                  <a:pt x="8" y="12"/>
                  <a:pt x="8" y="13"/>
                  <a:pt x="9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3"/>
                  <a:pt x="9" y="12"/>
                  <a:pt x="10" y="10"/>
                </a:cubicBezTo>
                <a:cubicBezTo>
                  <a:pt x="13" y="0"/>
                  <a:pt x="13" y="0"/>
                  <a:pt x="13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2" y="13"/>
                  <a:pt x="12" y="13"/>
                  <a:pt x="12" y="13"/>
                </a:cubicBezTo>
                <a:cubicBezTo>
                  <a:pt x="10" y="19"/>
                  <a:pt x="8" y="22"/>
                  <a:pt x="6" y="24"/>
                </a:cubicBezTo>
                <a:cubicBezTo>
                  <a:pt x="4" y="25"/>
                  <a:pt x="2" y="26"/>
                  <a:pt x="2" y="26"/>
                </a:cubicBezTo>
                <a:cubicBezTo>
                  <a:pt x="1" y="23"/>
                  <a:pt x="1" y="23"/>
                  <a:pt x="1" y="23"/>
                </a:cubicBezTo>
                <a:cubicBezTo>
                  <a:pt x="2" y="23"/>
                  <a:pt x="3" y="23"/>
                  <a:pt x="4" y="22"/>
                </a:cubicBezTo>
                <a:cubicBezTo>
                  <a:pt x="5" y="21"/>
                  <a:pt x="6" y="20"/>
                  <a:pt x="6" y="18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7"/>
                  <a:pt x="7" y="16"/>
                </a:cubicBezTo>
                <a:cubicBezTo>
                  <a:pt x="0" y="0"/>
                  <a:pt x="0" y="0"/>
                  <a:pt x="0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00" name="Freeform 166"/>
          <p:cNvSpPr>
            <a:spLocks/>
          </p:cNvSpPr>
          <p:nvPr/>
        </p:nvSpPr>
        <p:spPr bwMode="auto">
          <a:xfrm>
            <a:off x="2851150" y="28741688"/>
            <a:ext cx="93663" cy="200025"/>
          </a:xfrm>
          <a:custGeom>
            <a:avLst/>
            <a:gdLst>
              <a:gd name="T0" fmla="*/ 6 w 10"/>
              <a:gd name="T1" fmla="*/ 0 h 23"/>
              <a:gd name="T2" fmla="*/ 6 w 10"/>
              <a:gd name="T3" fmla="*/ 5 h 23"/>
              <a:gd name="T4" fmla="*/ 10 w 10"/>
              <a:gd name="T5" fmla="*/ 5 h 23"/>
              <a:gd name="T6" fmla="*/ 10 w 10"/>
              <a:gd name="T7" fmla="*/ 7 h 23"/>
              <a:gd name="T8" fmla="*/ 6 w 10"/>
              <a:gd name="T9" fmla="*/ 7 h 23"/>
              <a:gd name="T10" fmla="*/ 6 w 10"/>
              <a:gd name="T11" fmla="*/ 17 h 23"/>
              <a:gd name="T12" fmla="*/ 8 w 10"/>
              <a:gd name="T13" fmla="*/ 21 h 23"/>
              <a:gd name="T14" fmla="*/ 10 w 10"/>
              <a:gd name="T15" fmla="*/ 20 h 23"/>
              <a:gd name="T16" fmla="*/ 10 w 10"/>
              <a:gd name="T17" fmla="*/ 23 h 23"/>
              <a:gd name="T18" fmla="*/ 7 w 10"/>
              <a:gd name="T19" fmla="*/ 23 h 23"/>
              <a:gd name="T20" fmla="*/ 4 w 10"/>
              <a:gd name="T21" fmla="*/ 22 h 23"/>
              <a:gd name="T22" fmla="*/ 2 w 10"/>
              <a:gd name="T23" fmla="*/ 17 h 23"/>
              <a:gd name="T24" fmla="*/ 2 w 10"/>
              <a:gd name="T25" fmla="*/ 7 h 23"/>
              <a:gd name="T26" fmla="*/ 0 w 10"/>
              <a:gd name="T27" fmla="*/ 7 h 23"/>
              <a:gd name="T28" fmla="*/ 0 w 10"/>
              <a:gd name="T29" fmla="*/ 5 h 23"/>
              <a:gd name="T30" fmla="*/ 2 w 10"/>
              <a:gd name="T31" fmla="*/ 5 h 23"/>
              <a:gd name="T32" fmla="*/ 2 w 10"/>
              <a:gd name="T33" fmla="*/ 1 h 23"/>
              <a:gd name="T34" fmla="*/ 6 w 10"/>
              <a:gd name="T35" fmla="*/ 0 h 2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"/>
              <a:gd name="T55" fmla="*/ 0 h 23"/>
              <a:gd name="T56" fmla="*/ 10 w 10"/>
              <a:gd name="T57" fmla="*/ 23 h 23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" h="23">
                <a:moveTo>
                  <a:pt x="6" y="0"/>
                </a:moveTo>
                <a:cubicBezTo>
                  <a:pt x="6" y="5"/>
                  <a:pt x="6" y="5"/>
                  <a:pt x="6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7"/>
                  <a:pt x="10" y="7"/>
                  <a:pt x="10" y="7"/>
                </a:cubicBezTo>
                <a:cubicBezTo>
                  <a:pt x="6" y="7"/>
                  <a:pt x="6" y="7"/>
                  <a:pt x="6" y="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9"/>
                  <a:pt x="6" y="21"/>
                  <a:pt x="8" y="21"/>
                </a:cubicBezTo>
                <a:cubicBezTo>
                  <a:pt x="9" y="21"/>
                  <a:pt x="10" y="20"/>
                  <a:pt x="10" y="20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9" y="23"/>
                  <a:pt x="7" y="23"/>
                </a:cubicBezTo>
                <a:cubicBezTo>
                  <a:pt x="6" y="23"/>
                  <a:pt x="5" y="23"/>
                  <a:pt x="4" y="22"/>
                </a:cubicBezTo>
                <a:cubicBezTo>
                  <a:pt x="3" y="21"/>
                  <a:pt x="2" y="19"/>
                  <a:pt x="2" y="17"/>
                </a:cubicBezTo>
                <a:cubicBezTo>
                  <a:pt x="2" y="7"/>
                  <a:pt x="2" y="7"/>
                  <a:pt x="2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5"/>
                  <a:pt x="0" y="5"/>
                  <a:pt x="0" y="5"/>
                </a:cubicBezTo>
                <a:cubicBezTo>
                  <a:pt x="2" y="5"/>
                  <a:pt x="2" y="5"/>
                  <a:pt x="2" y="5"/>
                </a:cubicBezTo>
                <a:cubicBezTo>
                  <a:pt x="2" y="1"/>
                  <a:pt x="2" y="1"/>
                  <a:pt x="2" y="1"/>
                </a:cubicBezTo>
                <a:lnTo>
                  <a:pt x="6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01" name="Freeform 167"/>
          <p:cNvSpPr>
            <a:spLocks noEditPoints="1"/>
          </p:cNvSpPr>
          <p:nvPr/>
        </p:nvSpPr>
        <p:spPr bwMode="auto">
          <a:xfrm>
            <a:off x="2970213" y="28775025"/>
            <a:ext cx="141287" cy="166688"/>
          </a:xfrm>
          <a:custGeom>
            <a:avLst/>
            <a:gdLst>
              <a:gd name="T0" fmla="*/ 3 w 15"/>
              <a:gd name="T1" fmla="*/ 10 h 19"/>
              <a:gd name="T2" fmla="*/ 9 w 15"/>
              <a:gd name="T3" fmla="*/ 17 h 19"/>
              <a:gd name="T4" fmla="*/ 14 w 15"/>
              <a:gd name="T5" fmla="*/ 16 h 19"/>
              <a:gd name="T6" fmla="*/ 14 w 15"/>
              <a:gd name="T7" fmla="*/ 18 h 19"/>
              <a:gd name="T8" fmla="*/ 8 w 15"/>
              <a:gd name="T9" fmla="*/ 19 h 19"/>
              <a:gd name="T10" fmla="*/ 0 w 15"/>
              <a:gd name="T11" fmla="*/ 10 h 19"/>
              <a:gd name="T12" fmla="*/ 8 w 15"/>
              <a:gd name="T13" fmla="*/ 0 h 19"/>
              <a:gd name="T14" fmla="*/ 15 w 15"/>
              <a:gd name="T15" fmla="*/ 9 h 19"/>
              <a:gd name="T16" fmla="*/ 15 w 15"/>
              <a:gd name="T17" fmla="*/ 10 h 19"/>
              <a:gd name="T18" fmla="*/ 3 w 15"/>
              <a:gd name="T19" fmla="*/ 10 h 19"/>
              <a:gd name="T20" fmla="*/ 12 w 15"/>
              <a:gd name="T21" fmla="*/ 8 h 19"/>
              <a:gd name="T22" fmla="*/ 8 w 15"/>
              <a:gd name="T23" fmla="*/ 3 h 19"/>
              <a:gd name="T24" fmla="*/ 3 w 15"/>
              <a:gd name="T25" fmla="*/ 8 h 19"/>
              <a:gd name="T26" fmla="*/ 12 w 15"/>
              <a:gd name="T27" fmla="*/ 8 h 1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5"/>
              <a:gd name="T43" fmla="*/ 0 h 19"/>
              <a:gd name="T44" fmla="*/ 15 w 15"/>
              <a:gd name="T45" fmla="*/ 19 h 1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5" h="19">
                <a:moveTo>
                  <a:pt x="3" y="10"/>
                </a:moveTo>
                <a:cubicBezTo>
                  <a:pt x="3" y="15"/>
                  <a:pt x="6" y="17"/>
                  <a:pt x="9" y="17"/>
                </a:cubicBezTo>
                <a:cubicBezTo>
                  <a:pt x="11" y="17"/>
                  <a:pt x="13" y="16"/>
                  <a:pt x="14" y="16"/>
                </a:cubicBezTo>
                <a:cubicBezTo>
                  <a:pt x="14" y="18"/>
                  <a:pt x="14" y="18"/>
                  <a:pt x="14" y="18"/>
                </a:cubicBezTo>
                <a:cubicBezTo>
                  <a:pt x="13" y="19"/>
                  <a:pt x="11" y="19"/>
                  <a:pt x="8" y="19"/>
                </a:cubicBezTo>
                <a:cubicBezTo>
                  <a:pt x="3" y="19"/>
                  <a:pt x="0" y="16"/>
                  <a:pt x="0" y="10"/>
                </a:cubicBezTo>
                <a:cubicBezTo>
                  <a:pt x="0" y="5"/>
                  <a:pt x="3" y="0"/>
                  <a:pt x="8" y="0"/>
                </a:cubicBezTo>
                <a:cubicBezTo>
                  <a:pt x="14" y="0"/>
                  <a:pt x="15" y="6"/>
                  <a:pt x="15" y="9"/>
                </a:cubicBezTo>
                <a:cubicBezTo>
                  <a:pt x="15" y="10"/>
                  <a:pt x="15" y="10"/>
                  <a:pt x="15" y="10"/>
                </a:cubicBezTo>
                <a:lnTo>
                  <a:pt x="3" y="10"/>
                </a:lnTo>
                <a:close/>
                <a:moveTo>
                  <a:pt x="12" y="8"/>
                </a:moveTo>
                <a:cubicBezTo>
                  <a:pt x="12" y="6"/>
                  <a:pt x="11" y="3"/>
                  <a:pt x="8" y="3"/>
                </a:cubicBezTo>
                <a:cubicBezTo>
                  <a:pt x="4" y="3"/>
                  <a:pt x="3" y="6"/>
                  <a:pt x="3" y="8"/>
                </a:cubicBezTo>
                <a:lnTo>
                  <a:pt x="12" y="8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02" name="Freeform 168"/>
          <p:cNvSpPr>
            <a:spLocks/>
          </p:cNvSpPr>
          <p:nvPr/>
        </p:nvSpPr>
        <p:spPr bwMode="auto">
          <a:xfrm>
            <a:off x="3136900" y="28775025"/>
            <a:ext cx="130175" cy="166688"/>
          </a:xfrm>
          <a:custGeom>
            <a:avLst/>
            <a:gdLst>
              <a:gd name="T0" fmla="*/ 14 w 14"/>
              <a:gd name="T1" fmla="*/ 18 h 19"/>
              <a:gd name="T2" fmla="*/ 9 w 14"/>
              <a:gd name="T3" fmla="*/ 19 h 19"/>
              <a:gd name="T4" fmla="*/ 0 w 14"/>
              <a:gd name="T5" fmla="*/ 10 h 19"/>
              <a:gd name="T6" fmla="*/ 10 w 14"/>
              <a:gd name="T7" fmla="*/ 0 h 19"/>
              <a:gd name="T8" fmla="*/ 14 w 14"/>
              <a:gd name="T9" fmla="*/ 1 h 19"/>
              <a:gd name="T10" fmla="*/ 14 w 14"/>
              <a:gd name="T11" fmla="*/ 4 h 19"/>
              <a:gd name="T12" fmla="*/ 10 w 14"/>
              <a:gd name="T13" fmla="*/ 3 h 19"/>
              <a:gd name="T14" fmla="*/ 3 w 14"/>
              <a:gd name="T15" fmla="*/ 10 h 19"/>
              <a:gd name="T16" fmla="*/ 10 w 14"/>
              <a:gd name="T17" fmla="*/ 17 h 19"/>
              <a:gd name="T18" fmla="*/ 14 w 14"/>
              <a:gd name="T19" fmla="*/ 16 h 19"/>
              <a:gd name="T20" fmla="*/ 14 w 14"/>
              <a:gd name="T21" fmla="*/ 18 h 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4"/>
              <a:gd name="T34" fmla="*/ 0 h 19"/>
              <a:gd name="T35" fmla="*/ 14 w 14"/>
              <a:gd name="T36" fmla="*/ 19 h 1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4" h="19">
                <a:moveTo>
                  <a:pt x="14" y="18"/>
                </a:moveTo>
                <a:cubicBezTo>
                  <a:pt x="13" y="19"/>
                  <a:pt x="12" y="19"/>
                  <a:pt x="9" y="19"/>
                </a:cubicBezTo>
                <a:cubicBezTo>
                  <a:pt x="4" y="19"/>
                  <a:pt x="0" y="16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12" y="0"/>
                  <a:pt x="13" y="1"/>
                  <a:pt x="14" y="1"/>
                </a:cubicBezTo>
                <a:cubicBezTo>
                  <a:pt x="14" y="4"/>
                  <a:pt x="14" y="4"/>
                  <a:pt x="14" y="4"/>
                </a:cubicBezTo>
                <a:cubicBezTo>
                  <a:pt x="13" y="3"/>
                  <a:pt x="12" y="3"/>
                  <a:pt x="10" y="3"/>
                </a:cubicBezTo>
                <a:cubicBezTo>
                  <a:pt x="6" y="3"/>
                  <a:pt x="3" y="6"/>
                  <a:pt x="3" y="10"/>
                </a:cubicBezTo>
                <a:cubicBezTo>
                  <a:pt x="3" y="14"/>
                  <a:pt x="6" y="17"/>
                  <a:pt x="10" y="17"/>
                </a:cubicBezTo>
                <a:cubicBezTo>
                  <a:pt x="12" y="17"/>
                  <a:pt x="13" y="16"/>
                  <a:pt x="14" y="16"/>
                </a:cubicBezTo>
                <a:lnTo>
                  <a:pt x="14" y="18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03" name="Freeform 169"/>
          <p:cNvSpPr>
            <a:spLocks/>
          </p:cNvSpPr>
          <p:nvPr/>
        </p:nvSpPr>
        <p:spPr bwMode="auto">
          <a:xfrm>
            <a:off x="3303588" y="28706763"/>
            <a:ext cx="141287" cy="234950"/>
          </a:xfrm>
          <a:custGeom>
            <a:avLst/>
            <a:gdLst>
              <a:gd name="T0" fmla="*/ 0 w 15"/>
              <a:gd name="T1" fmla="*/ 0 h 27"/>
              <a:gd name="T2" fmla="*/ 3 w 15"/>
              <a:gd name="T3" fmla="*/ 0 h 27"/>
              <a:gd name="T4" fmla="*/ 3 w 15"/>
              <a:gd name="T5" fmla="*/ 12 h 27"/>
              <a:gd name="T6" fmla="*/ 3 w 15"/>
              <a:gd name="T7" fmla="*/ 12 h 27"/>
              <a:gd name="T8" fmla="*/ 6 w 15"/>
              <a:gd name="T9" fmla="*/ 9 h 27"/>
              <a:gd name="T10" fmla="*/ 9 w 15"/>
              <a:gd name="T11" fmla="*/ 8 h 27"/>
              <a:gd name="T12" fmla="*/ 15 w 15"/>
              <a:gd name="T13" fmla="*/ 16 h 27"/>
              <a:gd name="T14" fmla="*/ 15 w 15"/>
              <a:gd name="T15" fmla="*/ 27 h 27"/>
              <a:gd name="T16" fmla="*/ 12 w 15"/>
              <a:gd name="T17" fmla="*/ 27 h 27"/>
              <a:gd name="T18" fmla="*/ 12 w 15"/>
              <a:gd name="T19" fmla="*/ 16 h 27"/>
              <a:gd name="T20" fmla="*/ 8 w 15"/>
              <a:gd name="T21" fmla="*/ 11 h 27"/>
              <a:gd name="T22" fmla="*/ 4 w 15"/>
              <a:gd name="T23" fmla="*/ 14 h 27"/>
              <a:gd name="T24" fmla="*/ 3 w 15"/>
              <a:gd name="T25" fmla="*/ 16 h 27"/>
              <a:gd name="T26" fmla="*/ 3 w 15"/>
              <a:gd name="T27" fmla="*/ 27 h 27"/>
              <a:gd name="T28" fmla="*/ 0 w 15"/>
              <a:gd name="T29" fmla="*/ 27 h 27"/>
              <a:gd name="T30" fmla="*/ 0 w 15"/>
              <a:gd name="T31" fmla="*/ 0 h 2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5"/>
              <a:gd name="T49" fmla="*/ 0 h 27"/>
              <a:gd name="T50" fmla="*/ 15 w 15"/>
              <a:gd name="T51" fmla="*/ 27 h 2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5" h="27">
                <a:moveTo>
                  <a:pt x="0" y="0"/>
                </a:moveTo>
                <a:cubicBezTo>
                  <a:pt x="3" y="0"/>
                  <a:pt x="3" y="0"/>
                  <a:pt x="3" y="0"/>
                </a:cubicBezTo>
                <a:cubicBezTo>
                  <a:pt x="3" y="12"/>
                  <a:pt x="3" y="12"/>
                  <a:pt x="3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4" y="11"/>
                  <a:pt x="5" y="10"/>
                  <a:pt x="6" y="9"/>
                </a:cubicBezTo>
                <a:cubicBezTo>
                  <a:pt x="7" y="9"/>
                  <a:pt x="8" y="8"/>
                  <a:pt x="9" y="8"/>
                </a:cubicBezTo>
                <a:cubicBezTo>
                  <a:pt x="12" y="8"/>
                  <a:pt x="15" y="10"/>
                  <a:pt x="15" y="16"/>
                </a:cubicBezTo>
                <a:cubicBezTo>
                  <a:pt x="15" y="27"/>
                  <a:pt x="15" y="27"/>
                  <a:pt x="15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4"/>
                  <a:pt x="11" y="11"/>
                  <a:pt x="8" y="11"/>
                </a:cubicBezTo>
                <a:cubicBezTo>
                  <a:pt x="6" y="11"/>
                  <a:pt x="4" y="13"/>
                  <a:pt x="4" y="14"/>
                </a:cubicBezTo>
                <a:cubicBezTo>
                  <a:pt x="3" y="15"/>
                  <a:pt x="3" y="15"/>
                  <a:pt x="3" y="16"/>
                </a:cubicBezTo>
                <a:cubicBezTo>
                  <a:pt x="3" y="27"/>
                  <a:pt x="3" y="27"/>
                  <a:pt x="3" y="27"/>
                </a:cubicBezTo>
                <a:cubicBezTo>
                  <a:pt x="0" y="27"/>
                  <a:pt x="0" y="27"/>
                  <a:pt x="0" y="27"/>
                </a:cubicBez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04" name="Freeform 170"/>
          <p:cNvSpPr>
            <a:spLocks/>
          </p:cNvSpPr>
          <p:nvPr/>
        </p:nvSpPr>
        <p:spPr bwMode="auto">
          <a:xfrm>
            <a:off x="3495675" y="28775025"/>
            <a:ext cx="141288" cy="166688"/>
          </a:xfrm>
          <a:custGeom>
            <a:avLst/>
            <a:gdLst>
              <a:gd name="T0" fmla="*/ 0 w 15"/>
              <a:gd name="T1" fmla="*/ 6 h 19"/>
              <a:gd name="T2" fmla="*/ 0 w 15"/>
              <a:gd name="T3" fmla="*/ 1 h 19"/>
              <a:gd name="T4" fmla="*/ 3 w 15"/>
              <a:gd name="T5" fmla="*/ 1 h 19"/>
              <a:gd name="T6" fmla="*/ 3 w 15"/>
              <a:gd name="T7" fmla="*/ 4 h 19"/>
              <a:gd name="T8" fmla="*/ 3 w 15"/>
              <a:gd name="T9" fmla="*/ 4 h 19"/>
              <a:gd name="T10" fmla="*/ 9 w 15"/>
              <a:gd name="T11" fmla="*/ 0 h 19"/>
              <a:gd name="T12" fmla="*/ 15 w 15"/>
              <a:gd name="T13" fmla="*/ 8 h 19"/>
              <a:gd name="T14" fmla="*/ 15 w 15"/>
              <a:gd name="T15" fmla="*/ 19 h 19"/>
              <a:gd name="T16" fmla="*/ 12 w 15"/>
              <a:gd name="T17" fmla="*/ 19 h 19"/>
              <a:gd name="T18" fmla="*/ 12 w 15"/>
              <a:gd name="T19" fmla="*/ 8 h 19"/>
              <a:gd name="T20" fmla="*/ 8 w 15"/>
              <a:gd name="T21" fmla="*/ 3 h 19"/>
              <a:gd name="T22" fmla="*/ 3 w 15"/>
              <a:gd name="T23" fmla="*/ 6 h 19"/>
              <a:gd name="T24" fmla="*/ 3 w 15"/>
              <a:gd name="T25" fmla="*/ 8 h 19"/>
              <a:gd name="T26" fmla="*/ 3 w 15"/>
              <a:gd name="T27" fmla="*/ 19 h 19"/>
              <a:gd name="T28" fmla="*/ 0 w 15"/>
              <a:gd name="T29" fmla="*/ 19 h 19"/>
              <a:gd name="T30" fmla="*/ 0 w 15"/>
              <a:gd name="T31" fmla="*/ 6 h 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5"/>
              <a:gd name="T49" fmla="*/ 0 h 19"/>
              <a:gd name="T50" fmla="*/ 15 w 15"/>
              <a:gd name="T51" fmla="*/ 19 h 1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5" h="19">
                <a:moveTo>
                  <a:pt x="0" y="6"/>
                </a:moveTo>
                <a:cubicBezTo>
                  <a:pt x="0" y="4"/>
                  <a:pt x="0" y="2"/>
                  <a:pt x="0" y="1"/>
                </a:cubicBezTo>
                <a:cubicBezTo>
                  <a:pt x="3" y="1"/>
                  <a:pt x="3" y="1"/>
                  <a:pt x="3" y="1"/>
                </a:cubicBez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cubicBezTo>
                  <a:pt x="4" y="2"/>
                  <a:pt x="6" y="0"/>
                  <a:pt x="9" y="0"/>
                </a:cubicBezTo>
                <a:cubicBezTo>
                  <a:pt x="11" y="0"/>
                  <a:pt x="15" y="2"/>
                  <a:pt x="15" y="8"/>
                </a:cubicBezTo>
                <a:cubicBezTo>
                  <a:pt x="15" y="19"/>
                  <a:pt x="15" y="19"/>
                  <a:pt x="15" y="19"/>
                </a:cubicBezTo>
                <a:cubicBezTo>
                  <a:pt x="12" y="19"/>
                  <a:pt x="12" y="19"/>
                  <a:pt x="12" y="19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6"/>
                  <a:pt x="11" y="3"/>
                  <a:pt x="8" y="3"/>
                </a:cubicBezTo>
                <a:cubicBezTo>
                  <a:pt x="5" y="3"/>
                  <a:pt x="4" y="5"/>
                  <a:pt x="3" y="6"/>
                </a:cubicBezTo>
                <a:cubicBezTo>
                  <a:pt x="3" y="7"/>
                  <a:pt x="3" y="7"/>
                  <a:pt x="3" y="8"/>
                </a:cubicBezTo>
                <a:cubicBezTo>
                  <a:pt x="3" y="19"/>
                  <a:pt x="3" y="19"/>
                  <a:pt x="3" y="19"/>
                </a:cubicBezTo>
                <a:cubicBezTo>
                  <a:pt x="0" y="19"/>
                  <a:pt x="0" y="19"/>
                  <a:pt x="0" y="19"/>
                </a:cubicBezTo>
                <a:lnTo>
                  <a:pt x="0" y="6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05" name="Freeform 171"/>
          <p:cNvSpPr>
            <a:spLocks noEditPoints="1"/>
          </p:cNvSpPr>
          <p:nvPr/>
        </p:nvSpPr>
        <p:spPr bwMode="auto">
          <a:xfrm>
            <a:off x="3683000" y="28725813"/>
            <a:ext cx="36513" cy="215900"/>
          </a:xfrm>
          <a:custGeom>
            <a:avLst/>
            <a:gdLst>
              <a:gd name="T0" fmla="*/ 4 w 4"/>
              <a:gd name="T1" fmla="*/ 2 h 25"/>
              <a:gd name="T2" fmla="*/ 2 w 4"/>
              <a:gd name="T3" fmla="*/ 4 h 25"/>
              <a:gd name="T4" fmla="*/ 0 w 4"/>
              <a:gd name="T5" fmla="*/ 2 h 25"/>
              <a:gd name="T6" fmla="*/ 2 w 4"/>
              <a:gd name="T7" fmla="*/ 0 h 25"/>
              <a:gd name="T8" fmla="*/ 4 w 4"/>
              <a:gd name="T9" fmla="*/ 2 h 25"/>
              <a:gd name="T10" fmla="*/ 0 w 4"/>
              <a:gd name="T11" fmla="*/ 25 h 25"/>
              <a:gd name="T12" fmla="*/ 0 w 4"/>
              <a:gd name="T13" fmla="*/ 7 h 25"/>
              <a:gd name="T14" fmla="*/ 4 w 4"/>
              <a:gd name="T15" fmla="*/ 7 h 25"/>
              <a:gd name="T16" fmla="*/ 4 w 4"/>
              <a:gd name="T17" fmla="*/ 25 h 25"/>
              <a:gd name="T18" fmla="*/ 0 w 4"/>
              <a:gd name="T19" fmla="*/ 25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"/>
              <a:gd name="T31" fmla="*/ 0 h 25"/>
              <a:gd name="T32" fmla="*/ 4 w 4"/>
              <a:gd name="T33" fmla="*/ 25 h 2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" h="25">
                <a:moveTo>
                  <a:pt x="4" y="2"/>
                </a:moveTo>
                <a:cubicBezTo>
                  <a:pt x="4" y="3"/>
                  <a:pt x="3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" y="0"/>
                  <a:pt x="4" y="1"/>
                  <a:pt x="4" y="2"/>
                </a:cubicBezTo>
                <a:close/>
                <a:moveTo>
                  <a:pt x="0" y="25"/>
                </a:moveTo>
                <a:cubicBezTo>
                  <a:pt x="0" y="7"/>
                  <a:pt x="0" y="7"/>
                  <a:pt x="0" y="7"/>
                </a:cubicBezTo>
                <a:cubicBezTo>
                  <a:pt x="4" y="7"/>
                  <a:pt x="4" y="7"/>
                  <a:pt x="4" y="7"/>
                </a:cubicBezTo>
                <a:cubicBezTo>
                  <a:pt x="4" y="25"/>
                  <a:pt x="4" y="25"/>
                  <a:pt x="4" y="25"/>
                </a:cubicBezTo>
                <a:lnTo>
                  <a:pt x="0" y="25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06" name="Freeform 172"/>
          <p:cNvSpPr>
            <a:spLocks/>
          </p:cNvSpPr>
          <p:nvPr/>
        </p:nvSpPr>
        <p:spPr bwMode="auto">
          <a:xfrm>
            <a:off x="3756025" y="28775025"/>
            <a:ext cx="130175" cy="166688"/>
          </a:xfrm>
          <a:custGeom>
            <a:avLst/>
            <a:gdLst>
              <a:gd name="T0" fmla="*/ 14 w 14"/>
              <a:gd name="T1" fmla="*/ 18 h 19"/>
              <a:gd name="T2" fmla="*/ 9 w 14"/>
              <a:gd name="T3" fmla="*/ 19 h 19"/>
              <a:gd name="T4" fmla="*/ 0 w 14"/>
              <a:gd name="T5" fmla="*/ 10 h 19"/>
              <a:gd name="T6" fmla="*/ 9 w 14"/>
              <a:gd name="T7" fmla="*/ 0 h 19"/>
              <a:gd name="T8" fmla="*/ 14 w 14"/>
              <a:gd name="T9" fmla="*/ 1 h 19"/>
              <a:gd name="T10" fmla="*/ 13 w 14"/>
              <a:gd name="T11" fmla="*/ 4 h 19"/>
              <a:gd name="T12" fmla="*/ 9 w 14"/>
              <a:gd name="T13" fmla="*/ 3 h 19"/>
              <a:gd name="T14" fmla="*/ 3 w 14"/>
              <a:gd name="T15" fmla="*/ 10 h 19"/>
              <a:gd name="T16" fmla="*/ 9 w 14"/>
              <a:gd name="T17" fmla="*/ 17 h 19"/>
              <a:gd name="T18" fmla="*/ 13 w 14"/>
              <a:gd name="T19" fmla="*/ 16 h 19"/>
              <a:gd name="T20" fmla="*/ 14 w 14"/>
              <a:gd name="T21" fmla="*/ 18 h 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4"/>
              <a:gd name="T34" fmla="*/ 0 h 19"/>
              <a:gd name="T35" fmla="*/ 14 w 14"/>
              <a:gd name="T36" fmla="*/ 19 h 1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4" h="19">
                <a:moveTo>
                  <a:pt x="14" y="18"/>
                </a:moveTo>
                <a:cubicBezTo>
                  <a:pt x="13" y="19"/>
                  <a:pt x="11" y="19"/>
                  <a:pt x="9" y="19"/>
                </a:cubicBezTo>
                <a:cubicBezTo>
                  <a:pt x="3" y="19"/>
                  <a:pt x="0" y="16"/>
                  <a:pt x="0" y="10"/>
                </a:cubicBezTo>
                <a:cubicBezTo>
                  <a:pt x="0" y="4"/>
                  <a:pt x="4" y="0"/>
                  <a:pt x="9" y="0"/>
                </a:cubicBezTo>
                <a:cubicBezTo>
                  <a:pt x="11" y="0"/>
                  <a:pt x="13" y="1"/>
                  <a:pt x="14" y="1"/>
                </a:cubicBezTo>
                <a:cubicBezTo>
                  <a:pt x="13" y="4"/>
                  <a:pt x="13" y="4"/>
                  <a:pt x="13" y="4"/>
                </a:cubicBezTo>
                <a:cubicBezTo>
                  <a:pt x="12" y="3"/>
                  <a:pt x="11" y="3"/>
                  <a:pt x="9" y="3"/>
                </a:cubicBezTo>
                <a:cubicBezTo>
                  <a:pt x="5" y="3"/>
                  <a:pt x="3" y="6"/>
                  <a:pt x="3" y="10"/>
                </a:cubicBezTo>
                <a:cubicBezTo>
                  <a:pt x="3" y="14"/>
                  <a:pt x="6" y="17"/>
                  <a:pt x="9" y="17"/>
                </a:cubicBezTo>
                <a:cubicBezTo>
                  <a:pt x="11" y="17"/>
                  <a:pt x="12" y="16"/>
                  <a:pt x="13" y="16"/>
                </a:cubicBezTo>
                <a:lnTo>
                  <a:pt x="14" y="18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07" name="Freeform 173"/>
          <p:cNvSpPr>
            <a:spLocks/>
          </p:cNvSpPr>
          <p:nvPr/>
        </p:nvSpPr>
        <p:spPr bwMode="auto">
          <a:xfrm>
            <a:off x="3995738" y="28725813"/>
            <a:ext cx="166687" cy="215900"/>
          </a:xfrm>
          <a:custGeom>
            <a:avLst/>
            <a:gdLst>
              <a:gd name="T0" fmla="*/ 3 w 18"/>
              <a:gd name="T1" fmla="*/ 0 h 25"/>
              <a:gd name="T2" fmla="*/ 3 w 18"/>
              <a:gd name="T3" fmla="*/ 15 h 25"/>
              <a:gd name="T4" fmla="*/ 9 w 18"/>
              <a:gd name="T5" fmla="*/ 23 h 25"/>
              <a:gd name="T6" fmla="*/ 15 w 18"/>
              <a:gd name="T7" fmla="*/ 15 h 25"/>
              <a:gd name="T8" fmla="*/ 15 w 18"/>
              <a:gd name="T9" fmla="*/ 0 h 25"/>
              <a:gd name="T10" fmla="*/ 18 w 18"/>
              <a:gd name="T11" fmla="*/ 0 h 25"/>
              <a:gd name="T12" fmla="*/ 18 w 18"/>
              <a:gd name="T13" fmla="*/ 14 h 25"/>
              <a:gd name="T14" fmla="*/ 9 w 18"/>
              <a:gd name="T15" fmla="*/ 25 h 25"/>
              <a:gd name="T16" fmla="*/ 0 w 18"/>
              <a:gd name="T17" fmla="*/ 14 h 25"/>
              <a:gd name="T18" fmla="*/ 0 w 18"/>
              <a:gd name="T19" fmla="*/ 0 h 25"/>
              <a:gd name="T20" fmla="*/ 3 w 18"/>
              <a:gd name="T21" fmla="*/ 0 h 2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"/>
              <a:gd name="T34" fmla="*/ 0 h 25"/>
              <a:gd name="T35" fmla="*/ 18 w 18"/>
              <a:gd name="T36" fmla="*/ 25 h 25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" h="25">
                <a:moveTo>
                  <a:pt x="3" y="0"/>
                </a:moveTo>
                <a:cubicBezTo>
                  <a:pt x="3" y="15"/>
                  <a:pt x="3" y="15"/>
                  <a:pt x="3" y="15"/>
                </a:cubicBezTo>
                <a:cubicBezTo>
                  <a:pt x="3" y="20"/>
                  <a:pt x="5" y="23"/>
                  <a:pt x="9" y="23"/>
                </a:cubicBezTo>
                <a:cubicBezTo>
                  <a:pt x="13" y="23"/>
                  <a:pt x="15" y="20"/>
                  <a:pt x="15" y="15"/>
                </a:cubicBezTo>
                <a:cubicBezTo>
                  <a:pt x="15" y="0"/>
                  <a:pt x="15" y="0"/>
                  <a:pt x="15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8" y="14"/>
                  <a:pt x="18" y="14"/>
                  <a:pt x="18" y="14"/>
                </a:cubicBezTo>
                <a:cubicBezTo>
                  <a:pt x="18" y="22"/>
                  <a:pt x="14" y="25"/>
                  <a:pt x="9" y="25"/>
                </a:cubicBezTo>
                <a:cubicBezTo>
                  <a:pt x="4" y="25"/>
                  <a:pt x="0" y="22"/>
                  <a:pt x="0" y="14"/>
                </a:cubicBezTo>
                <a:cubicBezTo>
                  <a:pt x="0" y="0"/>
                  <a:pt x="0" y="0"/>
                  <a:pt x="0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08" name="Freeform 174"/>
          <p:cNvSpPr>
            <a:spLocks/>
          </p:cNvSpPr>
          <p:nvPr/>
        </p:nvSpPr>
        <p:spPr bwMode="auto">
          <a:xfrm>
            <a:off x="4219575" y="28775025"/>
            <a:ext cx="139700" cy="166688"/>
          </a:xfrm>
          <a:custGeom>
            <a:avLst/>
            <a:gdLst>
              <a:gd name="T0" fmla="*/ 0 w 15"/>
              <a:gd name="T1" fmla="*/ 6 h 19"/>
              <a:gd name="T2" fmla="*/ 0 w 15"/>
              <a:gd name="T3" fmla="*/ 1 h 19"/>
              <a:gd name="T4" fmla="*/ 2 w 15"/>
              <a:gd name="T5" fmla="*/ 1 h 19"/>
              <a:gd name="T6" fmla="*/ 3 w 15"/>
              <a:gd name="T7" fmla="*/ 4 h 19"/>
              <a:gd name="T8" fmla="*/ 3 w 15"/>
              <a:gd name="T9" fmla="*/ 4 h 19"/>
              <a:gd name="T10" fmla="*/ 9 w 15"/>
              <a:gd name="T11" fmla="*/ 0 h 19"/>
              <a:gd name="T12" fmla="*/ 15 w 15"/>
              <a:gd name="T13" fmla="*/ 8 h 19"/>
              <a:gd name="T14" fmla="*/ 15 w 15"/>
              <a:gd name="T15" fmla="*/ 19 h 19"/>
              <a:gd name="T16" fmla="*/ 12 w 15"/>
              <a:gd name="T17" fmla="*/ 19 h 19"/>
              <a:gd name="T18" fmla="*/ 12 w 15"/>
              <a:gd name="T19" fmla="*/ 8 h 19"/>
              <a:gd name="T20" fmla="*/ 8 w 15"/>
              <a:gd name="T21" fmla="*/ 3 h 19"/>
              <a:gd name="T22" fmla="*/ 3 w 15"/>
              <a:gd name="T23" fmla="*/ 6 h 19"/>
              <a:gd name="T24" fmla="*/ 3 w 15"/>
              <a:gd name="T25" fmla="*/ 8 h 19"/>
              <a:gd name="T26" fmla="*/ 3 w 15"/>
              <a:gd name="T27" fmla="*/ 19 h 19"/>
              <a:gd name="T28" fmla="*/ 0 w 15"/>
              <a:gd name="T29" fmla="*/ 19 h 19"/>
              <a:gd name="T30" fmla="*/ 0 w 15"/>
              <a:gd name="T31" fmla="*/ 6 h 1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5"/>
              <a:gd name="T49" fmla="*/ 0 h 19"/>
              <a:gd name="T50" fmla="*/ 15 w 15"/>
              <a:gd name="T51" fmla="*/ 19 h 1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5" h="19">
                <a:moveTo>
                  <a:pt x="0" y="6"/>
                </a:moveTo>
                <a:cubicBezTo>
                  <a:pt x="0" y="4"/>
                  <a:pt x="0" y="2"/>
                  <a:pt x="0" y="1"/>
                </a:cubicBezTo>
                <a:cubicBezTo>
                  <a:pt x="2" y="1"/>
                  <a:pt x="2" y="1"/>
                  <a:pt x="2" y="1"/>
                </a:cubicBez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cubicBezTo>
                  <a:pt x="4" y="2"/>
                  <a:pt x="6" y="0"/>
                  <a:pt x="9" y="0"/>
                </a:cubicBezTo>
                <a:cubicBezTo>
                  <a:pt x="11" y="0"/>
                  <a:pt x="15" y="2"/>
                  <a:pt x="15" y="8"/>
                </a:cubicBezTo>
                <a:cubicBezTo>
                  <a:pt x="15" y="19"/>
                  <a:pt x="15" y="19"/>
                  <a:pt x="15" y="19"/>
                </a:cubicBezTo>
                <a:cubicBezTo>
                  <a:pt x="12" y="19"/>
                  <a:pt x="12" y="19"/>
                  <a:pt x="12" y="19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6"/>
                  <a:pt x="11" y="3"/>
                  <a:pt x="8" y="3"/>
                </a:cubicBezTo>
                <a:cubicBezTo>
                  <a:pt x="5" y="3"/>
                  <a:pt x="4" y="5"/>
                  <a:pt x="3" y="6"/>
                </a:cubicBezTo>
                <a:cubicBezTo>
                  <a:pt x="3" y="7"/>
                  <a:pt x="3" y="7"/>
                  <a:pt x="3" y="8"/>
                </a:cubicBezTo>
                <a:cubicBezTo>
                  <a:pt x="3" y="19"/>
                  <a:pt x="3" y="19"/>
                  <a:pt x="3" y="19"/>
                </a:cubicBezTo>
                <a:cubicBezTo>
                  <a:pt x="0" y="19"/>
                  <a:pt x="0" y="19"/>
                  <a:pt x="0" y="19"/>
                </a:cubicBezTo>
                <a:lnTo>
                  <a:pt x="0" y="6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09" name="Freeform 175"/>
          <p:cNvSpPr>
            <a:spLocks noEditPoints="1"/>
          </p:cNvSpPr>
          <p:nvPr/>
        </p:nvSpPr>
        <p:spPr bwMode="auto">
          <a:xfrm>
            <a:off x="4406900" y="28725813"/>
            <a:ext cx="36513" cy="215900"/>
          </a:xfrm>
          <a:custGeom>
            <a:avLst/>
            <a:gdLst>
              <a:gd name="T0" fmla="*/ 4 w 4"/>
              <a:gd name="T1" fmla="*/ 2 h 25"/>
              <a:gd name="T2" fmla="*/ 2 w 4"/>
              <a:gd name="T3" fmla="*/ 4 h 25"/>
              <a:gd name="T4" fmla="*/ 0 w 4"/>
              <a:gd name="T5" fmla="*/ 2 h 25"/>
              <a:gd name="T6" fmla="*/ 2 w 4"/>
              <a:gd name="T7" fmla="*/ 0 h 25"/>
              <a:gd name="T8" fmla="*/ 4 w 4"/>
              <a:gd name="T9" fmla="*/ 2 h 25"/>
              <a:gd name="T10" fmla="*/ 0 w 4"/>
              <a:gd name="T11" fmla="*/ 25 h 25"/>
              <a:gd name="T12" fmla="*/ 0 w 4"/>
              <a:gd name="T13" fmla="*/ 7 h 25"/>
              <a:gd name="T14" fmla="*/ 4 w 4"/>
              <a:gd name="T15" fmla="*/ 7 h 25"/>
              <a:gd name="T16" fmla="*/ 4 w 4"/>
              <a:gd name="T17" fmla="*/ 25 h 25"/>
              <a:gd name="T18" fmla="*/ 0 w 4"/>
              <a:gd name="T19" fmla="*/ 25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"/>
              <a:gd name="T31" fmla="*/ 0 h 25"/>
              <a:gd name="T32" fmla="*/ 4 w 4"/>
              <a:gd name="T33" fmla="*/ 25 h 2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" h="25">
                <a:moveTo>
                  <a:pt x="4" y="2"/>
                </a:moveTo>
                <a:cubicBezTo>
                  <a:pt x="4" y="3"/>
                  <a:pt x="3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" y="0"/>
                  <a:pt x="4" y="1"/>
                  <a:pt x="4" y="2"/>
                </a:cubicBezTo>
                <a:close/>
                <a:moveTo>
                  <a:pt x="0" y="25"/>
                </a:moveTo>
                <a:cubicBezTo>
                  <a:pt x="0" y="7"/>
                  <a:pt x="0" y="7"/>
                  <a:pt x="0" y="7"/>
                </a:cubicBezTo>
                <a:cubicBezTo>
                  <a:pt x="4" y="7"/>
                  <a:pt x="4" y="7"/>
                  <a:pt x="4" y="7"/>
                </a:cubicBezTo>
                <a:cubicBezTo>
                  <a:pt x="4" y="25"/>
                  <a:pt x="4" y="25"/>
                  <a:pt x="4" y="25"/>
                </a:cubicBezTo>
                <a:lnTo>
                  <a:pt x="0" y="25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10" name="Freeform 176"/>
          <p:cNvSpPr>
            <a:spLocks/>
          </p:cNvSpPr>
          <p:nvPr/>
        </p:nvSpPr>
        <p:spPr bwMode="auto">
          <a:xfrm>
            <a:off x="4468813" y="28784550"/>
            <a:ext cx="157162" cy="157163"/>
          </a:xfrm>
          <a:custGeom>
            <a:avLst/>
            <a:gdLst>
              <a:gd name="T0" fmla="*/ 3 w 17"/>
              <a:gd name="T1" fmla="*/ 0 h 18"/>
              <a:gd name="T2" fmla="*/ 7 w 17"/>
              <a:gd name="T3" fmla="*/ 10 h 18"/>
              <a:gd name="T4" fmla="*/ 8 w 17"/>
              <a:gd name="T5" fmla="*/ 15 h 18"/>
              <a:gd name="T6" fmla="*/ 8 w 17"/>
              <a:gd name="T7" fmla="*/ 15 h 18"/>
              <a:gd name="T8" fmla="*/ 10 w 17"/>
              <a:gd name="T9" fmla="*/ 10 h 18"/>
              <a:gd name="T10" fmla="*/ 13 w 17"/>
              <a:gd name="T11" fmla="*/ 0 h 18"/>
              <a:gd name="T12" fmla="*/ 17 w 17"/>
              <a:gd name="T13" fmla="*/ 0 h 18"/>
              <a:gd name="T14" fmla="*/ 10 w 17"/>
              <a:gd name="T15" fmla="*/ 18 h 18"/>
              <a:gd name="T16" fmla="*/ 7 w 17"/>
              <a:gd name="T17" fmla="*/ 18 h 18"/>
              <a:gd name="T18" fmla="*/ 0 w 17"/>
              <a:gd name="T19" fmla="*/ 0 h 18"/>
              <a:gd name="T20" fmla="*/ 3 w 17"/>
              <a:gd name="T21" fmla="*/ 0 h 1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"/>
              <a:gd name="T34" fmla="*/ 0 h 18"/>
              <a:gd name="T35" fmla="*/ 17 w 17"/>
              <a:gd name="T36" fmla="*/ 18 h 1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" h="18">
                <a:moveTo>
                  <a:pt x="3" y="0"/>
                </a:moveTo>
                <a:cubicBezTo>
                  <a:pt x="7" y="10"/>
                  <a:pt x="7" y="10"/>
                  <a:pt x="7" y="10"/>
                </a:cubicBezTo>
                <a:cubicBezTo>
                  <a:pt x="7" y="12"/>
                  <a:pt x="8" y="13"/>
                  <a:pt x="8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9" y="13"/>
                  <a:pt x="9" y="12"/>
                  <a:pt x="10" y="10"/>
                </a:cubicBezTo>
                <a:cubicBezTo>
                  <a:pt x="13" y="0"/>
                  <a:pt x="13" y="0"/>
                  <a:pt x="13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0" y="18"/>
                  <a:pt x="10" y="18"/>
                  <a:pt x="10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0" y="0"/>
                  <a:pt x="0" y="0"/>
                  <a:pt x="0" y="0"/>
                </a:cubicBezTo>
                <a:lnTo>
                  <a:pt x="3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11" name="Freeform 177"/>
          <p:cNvSpPr>
            <a:spLocks noEditPoints="1"/>
          </p:cNvSpPr>
          <p:nvPr/>
        </p:nvSpPr>
        <p:spPr bwMode="auto">
          <a:xfrm>
            <a:off x="4635500" y="28775025"/>
            <a:ext cx="146050" cy="166688"/>
          </a:xfrm>
          <a:custGeom>
            <a:avLst/>
            <a:gdLst>
              <a:gd name="T0" fmla="*/ 3 w 16"/>
              <a:gd name="T1" fmla="*/ 10 h 19"/>
              <a:gd name="T2" fmla="*/ 10 w 16"/>
              <a:gd name="T3" fmla="*/ 17 h 19"/>
              <a:gd name="T4" fmla="*/ 15 w 16"/>
              <a:gd name="T5" fmla="*/ 16 h 19"/>
              <a:gd name="T6" fmla="*/ 15 w 16"/>
              <a:gd name="T7" fmla="*/ 18 h 19"/>
              <a:gd name="T8" fmla="*/ 9 w 16"/>
              <a:gd name="T9" fmla="*/ 19 h 19"/>
              <a:gd name="T10" fmla="*/ 0 w 16"/>
              <a:gd name="T11" fmla="*/ 10 h 19"/>
              <a:gd name="T12" fmla="*/ 9 w 16"/>
              <a:gd name="T13" fmla="*/ 0 h 19"/>
              <a:gd name="T14" fmla="*/ 16 w 16"/>
              <a:gd name="T15" fmla="*/ 9 h 19"/>
              <a:gd name="T16" fmla="*/ 16 w 16"/>
              <a:gd name="T17" fmla="*/ 10 h 19"/>
              <a:gd name="T18" fmla="*/ 3 w 16"/>
              <a:gd name="T19" fmla="*/ 10 h 19"/>
              <a:gd name="T20" fmla="*/ 13 w 16"/>
              <a:gd name="T21" fmla="*/ 8 h 19"/>
              <a:gd name="T22" fmla="*/ 8 w 16"/>
              <a:gd name="T23" fmla="*/ 3 h 19"/>
              <a:gd name="T24" fmla="*/ 3 w 16"/>
              <a:gd name="T25" fmla="*/ 8 h 19"/>
              <a:gd name="T26" fmla="*/ 13 w 16"/>
              <a:gd name="T27" fmla="*/ 8 h 1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6"/>
              <a:gd name="T43" fmla="*/ 0 h 19"/>
              <a:gd name="T44" fmla="*/ 16 w 16"/>
              <a:gd name="T45" fmla="*/ 19 h 1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6" h="19">
                <a:moveTo>
                  <a:pt x="3" y="10"/>
                </a:moveTo>
                <a:cubicBezTo>
                  <a:pt x="3" y="15"/>
                  <a:pt x="6" y="17"/>
                  <a:pt x="10" y="17"/>
                </a:cubicBezTo>
                <a:cubicBezTo>
                  <a:pt x="12" y="17"/>
                  <a:pt x="13" y="16"/>
                  <a:pt x="15" y="16"/>
                </a:cubicBezTo>
                <a:cubicBezTo>
                  <a:pt x="15" y="18"/>
                  <a:pt x="15" y="18"/>
                  <a:pt x="15" y="18"/>
                </a:cubicBezTo>
                <a:cubicBezTo>
                  <a:pt x="14" y="19"/>
                  <a:pt x="12" y="19"/>
                  <a:pt x="9" y="19"/>
                </a:cubicBezTo>
                <a:cubicBezTo>
                  <a:pt x="4" y="19"/>
                  <a:pt x="0" y="16"/>
                  <a:pt x="0" y="10"/>
                </a:cubicBezTo>
                <a:cubicBezTo>
                  <a:pt x="0" y="5"/>
                  <a:pt x="3" y="0"/>
                  <a:pt x="9" y="0"/>
                </a:cubicBezTo>
                <a:cubicBezTo>
                  <a:pt x="15" y="0"/>
                  <a:pt x="16" y="6"/>
                  <a:pt x="16" y="9"/>
                </a:cubicBezTo>
                <a:cubicBezTo>
                  <a:pt x="16" y="10"/>
                  <a:pt x="16" y="10"/>
                  <a:pt x="16" y="10"/>
                </a:cubicBezTo>
                <a:lnTo>
                  <a:pt x="3" y="10"/>
                </a:lnTo>
                <a:close/>
                <a:moveTo>
                  <a:pt x="13" y="8"/>
                </a:moveTo>
                <a:cubicBezTo>
                  <a:pt x="13" y="6"/>
                  <a:pt x="12" y="3"/>
                  <a:pt x="8" y="3"/>
                </a:cubicBezTo>
                <a:cubicBezTo>
                  <a:pt x="5" y="3"/>
                  <a:pt x="4" y="6"/>
                  <a:pt x="3" y="8"/>
                </a:cubicBezTo>
                <a:lnTo>
                  <a:pt x="13" y="8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12" name="Freeform 178"/>
          <p:cNvSpPr>
            <a:spLocks/>
          </p:cNvSpPr>
          <p:nvPr/>
        </p:nvSpPr>
        <p:spPr bwMode="auto">
          <a:xfrm>
            <a:off x="4822825" y="28775025"/>
            <a:ext cx="84138" cy="166688"/>
          </a:xfrm>
          <a:custGeom>
            <a:avLst/>
            <a:gdLst>
              <a:gd name="T0" fmla="*/ 0 w 9"/>
              <a:gd name="T1" fmla="*/ 6 h 19"/>
              <a:gd name="T2" fmla="*/ 0 w 9"/>
              <a:gd name="T3" fmla="*/ 1 h 19"/>
              <a:gd name="T4" fmla="*/ 3 w 9"/>
              <a:gd name="T5" fmla="*/ 1 h 19"/>
              <a:gd name="T6" fmla="*/ 3 w 9"/>
              <a:gd name="T7" fmla="*/ 4 h 19"/>
              <a:gd name="T8" fmla="*/ 3 w 9"/>
              <a:gd name="T9" fmla="*/ 4 h 19"/>
              <a:gd name="T10" fmla="*/ 8 w 9"/>
              <a:gd name="T11" fmla="*/ 0 h 19"/>
              <a:gd name="T12" fmla="*/ 9 w 9"/>
              <a:gd name="T13" fmla="*/ 0 h 19"/>
              <a:gd name="T14" fmla="*/ 9 w 9"/>
              <a:gd name="T15" fmla="*/ 4 h 19"/>
              <a:gd name="T16" fmla="*/ 8 w 9"/>
              <a:gd name="T17" fmla="*/ 3 h 19"/>
              <a:gd name="T18" fmla="*/ 4 w 9"/>
              <a:gd name="T19" fmla="*/ 8 h 19"/>
              <a:gd name="T20" fmla="*/ 3 w 9"/>
              <a:gd name="T21" fmla="*/ 9 h 19"/>
              <a:gd name="T22" fmla="*/ 3 w 9"/>
              <a:gd name="T23" fmla="*/ 19 h 19"/>
              <a:gd name="T24" fmla="*/ 0 w 9"/>
              <a:gd name="T25" fmla="*/ 19 h 19"/>
              <a:gd name="T26" fmla="*/ 0 w 9"/>
              <a:gd name="T27" fmla="*/ 6 h 1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9"/>
              <a:gd name="T43" fmla="*/ 0 h 19"/>
              <a:gd name="T44" fmla="*/ 9 w 9"/>
              <a:gd name="T45" fmla="*/ 19 h 1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9" h="19">
                <a:moveTo>
                  <a:pt x="0" y="6"/>
                </a:moveTo>
                <a:cubicBezTo>
                  <a:pt x="0" y="4"/>
                  <a:pt x="0" y="2"/>
                  <a:pt x="0" y="1"/>
                </a:cubicBezTo>
                <a:cubicBezTo>
                  <a:pt x="3" y="1"/>
                  <a:pt x="3" y="1"/>
                  <a:pt x="3" y="1"/>
                </a:cubicBez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cubicBezTo>
                  <a:pt x="4" y="2"/>
                  <a:pt x="6" y="0"/>
                  <a:pt x="8" y="0"/>
                </a:cubicBezTo>
                <a:cubicBezTo>
                  <a:pt x="9" y="0"/>
                  <a:pt x="9" y="0"/>
                  <a:pt x="9" y="0"/>
                </a:cubicBezTo>
                <a:cubicBezTo>
                  <a:pt x="9" y="4"/>
                  <a:pt x="9" y="4"/>
                  <a:pt x="9" y="4"/>
                </a:cubicBezTo>
                <a:cubicBezTo>
                  <a:pt x="9" y="3"/>
                  <a:pt x="8" y="3"/>
                  <a:pt x="8" y="3"/>
                </a:cubicBezTo>
                <a:cubicBezTo>
                  <a:pt x="6" y="3"/>
                  <a:pt x="4" y="5"/>
                  <a:pt x="4" y="8"/>
                </a:cubicBezTo>
                <a:cubicBezTo>
                  <a:pt x="3" y="8"/>
                  <a:pt x="3" y="9"/>
                  <a:pt x="3" y="9"/>
                </a:cubicBezTo>
                <a:cubicBezTo>
                  <a:pt x="3" y="19"/>
                  <a:pt x="3" y="19"/>
                  <a:pt x="3" y="19"/>
                </a:cubicBezTo>
                <a:cubicBezTo>
                  <a:pt x="0" y="19"/>
                  <a:pt x="0" y="19"/>
                  <a:pt x="0" y="19"/>
                </a:cubicBezTo>
                <a:lnTo>
                  <a:pt x="0" y="6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13" name="Freeform 179"/>
          <p:cNvSpPr>
            <a:spLocks/>
          </p:cNvSpPr>
          <p:nvPr/>
        </p:nvSpPr>
        <p:spPr bwMode="auto">
          <a:xfrm>
            <a:off x="4921250" y="28775025"/>
            <a:ext cx="109538" cy="166688"/>
          </a:xfrm>
          <a:custGeom>
            <a:avLst/>
            <a:gdLst>
              <a:gd name="T0" fmla="*/ 1 w 12"/>
              <a:gd name="T1" fmla="*/ 15 h 19"/>
              <a:gd name="T2" fmla="*/ 5 w 12"/>
              <a:gd name="T3" fmla="*/ 17 h 19"/>
              <a:gd name="T4" fmla="*/ 9 w 12"/>
              <a:gd name="T5" fmla="*/ 14 h 19"/>
              <a:gd name="T6" fmla="*/ 5 w 12"/>
              <a:gd name="T7" fmla="*/ 11 h 19"/>
              <a:gd name="T8" fmla="*/ 1 w 12"/>
              <a:gd name="T9" fmla="*/ 6 h 19"/>
              <a:gd name="T10" fmla="*/ 7 w 12"/>
              <a:gd name="T11" fmla="*/ 0 h 19"/>
              <a:gd name="T12" fmla="*/ 11 w 12"/>
              <a:gd name="T13" fmla="*/ 1 h 19"/>
              <a:gd name="T14" fmla="*/ 10 w 12"/>
              <a:gd name="T15" fmla="*/ 4 h 19"/>
              <a:gd name="T16" fmla="*/ 7 w 12"/>
              <a:gd name="T17" fmla="*/ 3 h 19"/>
              <a:gd name="T18" fmla="*/ 4 w 12"/>
              <a:gd name="T19" fmla="*/ 5 h 19"/>
              <a:gd name="T20" fmla="*/ 7 w 12"/>
              <a:gd name="T21" fmla="*/ 8 h 19"/>
              <a:gd name="T22" fmla="*/ 12 w 12"/>
              <a:gd name="T23" fmla="*/ 14 h 19"/>
              <a:gd name="T24" fmla="*/ 5 w 12"/>
              <a:gd name="T25" fmla="*/ 19 h 19"/>
              <a:gd name="T26" fmla="*/ 0 w 12"/>
              <a:gd name="T27" fmla="*/ 18 h 19"/>
              <a:gd name="T28" fmla="*/ 1 w 12"/>
              <a:gd name="T29" fmla="*/ 15 h 1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2"/>
              <a:gd name="T46" fmla="*/ 0 h 19"/>
              <a:gd name="T47" fmla="*/ 12 w 12"/>
              <a:gd name="T48" fmla="*/ 19 h 19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2" h="19">
                <a:moveTo>
                  <a:pt x="1" y="15"/>
                </a:moveTo>
                <a:cubicBezTo>
                  <a:pt x="2" y="16"/>
                  <a:pt x="4" y="17"/>
                  <a:pt x="5" y="17"/>
                </a:cubicBezTo>
                <a:cubicBezTo>
                  <a:pt x="8" y="17"/>
                  <a:pt x="9" y="16"/>
                  <a:pt x="9" y="14"/>
                </a:cubicBezTo>
                <a:cubicBezTo>
                  <a:pt x="9" y="13"/>
                  <a:pt x="8" y="12"/>
                  <a:pt x="5" y="11"/>
                </a:cubicBezTo>
                <a:cubicBezTo>
                  <a:pt x="2" y="10"/>
                  <a:pt x="1" y="8"/>
                  <a:pt x="1" y="6"/>
                </a:cubicBezTo>
                <a:cubicBezTo>
                  <a:pt x="1" y="3"/>
                  <a:pt x="3" y="0"/>
                  <a:pt x="7" y="0"/>
                </a:cubicBezTo>
                <a:cubicBezTo>
                  <a:pt x="9" y="0"/>
                  <a:pt x="10" y="1"/>
                  <a:pt x="11" y="1"/>
                </a:cubicBezTo>
                <a:cubicBezTo>
                  <a:pt x="10" y="4"/>
                  <a:pt x="10" y="4"/>
                  <a:pt x="10" y="4"/>
                </a:cubicBezTo>
                <a:cubicBezTo>
                  <a:pt x="10" y="3"/>
                  <a:pt x="8" y="3"/>
                  <a:pt x="7" y="3"/>
                </a:cubicBezTo>
                <a:cubicBezTo>
                  <a:pt x="5" y="3"/>
                  <a:pt x="4" y="4"/>
                  <a:pt x="4" y="5"/>
                </a:cubicBezTo>
                <a:cubicBezTo>
                  <a:pt x="4" y="7"/>
                  <a:pt x="5" y="7"/>
                  <a:pt x="7" y="8"/>
                </a:cubicBezTo>
                <a:cubicBezTo>
                  <a:pt x="10" y="10"/>
                  <a:pt x="12" y="11"/>
                  <a:pt x="12" y="14"/>
                </a:cubicBezTo>
                <a:cubicBezTo>
                  <a:pt x="12" y="17"/>
                  <a:pt x="9" y="19"/>
                  <a:pt x="5" y="19"/>
                </a:cubicBezTo>
                <a:cubicBezTo>
                  <a:pt x="3" y="19"/>
                  <a:pt x="1" y="19"/>
                  <a:pt x="0" y="18"/>
                </a:cubicBezTo>
                <a:lnTo>
                  <a:pt x="1" y="15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14" name="Freeform 180"/>
          <p:cNvSpPr>
            <a:spLocks noEditPoints="1"/>
          </p:cNvSpPr>
          <p:nvPr/>
        </p:nvSpPr>
        <p:spPr bwMode="auto">
          <a:xfrm>
            <a:off x="5073650" y="28725813"/>
            <a:ext cx="34925" cy="215900"/>
          </a:xfrm>
          <a:custGeom>
            <a:avLst/>
            <a:gdLst>
              <a:gd name="T0" fmla="*/ 4 w 4"/>
              <a:gd name="T1" fmla="*/ 2 h 25"/>
              <a:gd name="T2" fmla="*/ 2 w 4"/>
              <a:gd name="T3" fmla="*/ 4 h 25"/>
              <a:gd name="T4" fmla="*/ 0 w 4"/>
              <a:gd name="T5" fmla="*/ 2 h 25"/>
              <a:gd name="T6" fmla="*/ 2 w 4"/>
              <a:gd name="T7" fmla="*/ 0 h 25"/>
              <a:gd name="T8" fmla="*/ 4 w 4"/>
              <a:gd name="T9" fmla="*/ 2 h 25"/>
              <a:gd name="T10" fmla="*/ 0 w 4"/>
              <a:gd name="T11" fmla="*/ 25 h 25"/>
              <a:gd name="T12" fmla="*/ 0 w 4"/>
              <a:gd name="T13" fmla="*/ 7 h 25"/>
              <a:gd name="T14" fmla="*/ 3 w 4"/>
              <a:gd name="T15" fmla="*/ 7 h 25"/>
              <a:gd name="T16" fmla="*/ 3 w 4"/>
              <a:gd name="T17" fmla="*/ 25 h 25"/>
              <a:gd name="T18" fmla="*/ 0 w 4"/>
              <a:gd name="T19" fmla="*/ 25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"/>
              <a:gd name="T31" fmla="*/ 0 h 25"/>
              <a:gd name="T32" fmla="*/ 4 w 4"/>
              <a:gd name="T33" fmla="*/ 25 h 2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" h="25">
                <a:moveTo>
                  <a:pt x="4" y="2"/>
                </a:moveTo>
                <a:cubicBezTo>
                  <a:pt x="4" y="3"/>
                  <a:pt x="3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" y="0"/>
                  <a:pt x="4" y="1"/>
                  <a:pt x="4" y="2"/>
                </a:cubicBezTo>
                <a:close/>
                <a:moveTo>
                  <a:pt x="0" y="25"/>
                </a:moveTo>
                <a:cubicBezTo>
                  <a:pt x="0" y="7"/>
                  <a:pt x="0" y="7"/>
                  <a:pt x="0" y="7"/>
                </a:cubicBezTo>
                <a:cubicBezTo>
                  <a:pt x="3" y="7"/>
                  <a:pt x="3" y="7"/>
                  <a:pt x="3" y="7"/>
                </a:cubicBezTo>
                <a:cubicBezTo>
                  <a:pt x="3" y="25"/>
                  <a:pt x="3" y="25"/>
                  <a:pt x="3" y="25"/>
                </a:cubicBezTo>
                <a:lnTo>
                  <a:pt x="0" y="25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15" name="Freeform 181"/>
          <p:cNvSpPr>
            <a:spLocks/>
          </p:cNvSpPr>
          <p:nvPr/>
        </p:nvSpPr>
        <p:spPr bwMode="auto">
          <a:xfrm>
            <a:off x="5135563" y="28741688"/>
            <a:ext cx="93662" cy="200025"/>
          </a:xfrm>
          <a:custGeom>
            <a:avLst/>
            <a:gdLst>
              <a:gd name="T0" fmla="*/ 6 w 10"/>
              <a:gd name="T1" fmla="*/ 0 h 23"/>
              <a:gd name="T2" fmla="*/ 6 w 10"/>
              <a:gd name="T3" fmla="*/ 5 h 23"/>
              <a:gd name="T4" fmla="*/ 10 w 10"/>
              <a:gd name="T5" fmla="*/ 5 h 23"/>
              <a:gd name="T6" fmla="*/ 10 w 10"/>
              <a:gd name="T7" fmla="*/ 7 h 23"/>
              <a:gd name="T8" fmla="*/ 6 w 10"/>
              <a:gd name="T9" fmla="*/ 7 h 23"/>
              <a:gd name="T10" fmla="*/ 6 w 10"/>
              <a:gd name="T11" fmla="*/ 17 h 23"/>
              <a:gd name="T12" fmla="*/ 8 w 10"/>
              <a:gd name="T13" fmla="*/ 21 h 23"/>
              <a:gd name="T14" fmla="*/ 10 w 10"/>
              <a:gd name="T15" fmla="*/ 20 h 23"/>
              <a:gd name="T16" fmla="*/ 10 w 10"/>
              <a:gd name="T17" fmla="*/ 23 h 23"/>
              <a:gd name="T18" fmla="*/ 7 w 10"/>
              <a:gd name="T19" fmla="*/ 23 h 23"/>
              <a:gd name="T20" fmla="*/ 4 w 10"/>
              <a:gd name="T21" fmla="*/ 22 h 23"/>
              <a:gd name="T22" fmla="*/ 2 w 10"/>
              <a:gd name="T23" fmla="*/ 17 h 23"/>
              <a:gd name="T24" fmla="*/ 2 w 10"/>
              <a:gd name="T25" fmla="*/ 7 h 23"/>
              <a:gd name="T26" fmla="*/ 0 w 10"/>
              <a:gd name="T27" fmla="*/ 7 h 23"/>
              <a:gd name="T28" fmla="*/ 0 w 10"/>
              <a:gd name="T29" fmla="*/ 5 h 23"/>
              <a:gd name="T30" fmla="*/ 2 w 10"/>
              <a:gd name="T31" fmla="*/ 5 h 23"/>
              <a:gd name="T32" fmla="*/ 2 w 10"/>
              <a:gd name="T33" fmla="*/ 1 h 23"/>
              <a:gd name="T34" fmla="*/ 6 w 10"/>
              <a:gd name="T35" fmla="*/ 0 h 23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"/>
              <a:gd name="T55" fmla="*/ 0 h 23"/>
              <a:gd name="T56" fmla="*/ 10 w 10"/>
              <a:gd name="T57" fmla="*/ 23 h 23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" h="23">
                <a:moveTo>
                  <a:pt x="6" y="0"/>
                </a:moveTo>
                <a:cubicBezTo>
                  <a:pt x="6" y="5"/>
                  <a:pt x="6" y="5"/>
                  <a:pt x="6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7"/>
                  <a:pt x="10" y="7"/>
                  <a:pt x="10" y="7"/>
                </a:cubicBezTo>
                <a:cubicBezTo>
                  <a:pt x="6" y="7"/>
                  <a:pt x="6" y="7"/>
                  <a:pt x="6" y="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9"/>
                  <a:pt x="6" y="21"/>
                  <a:pt x="8" y="21"/>
                </a:cubicBezTo>
                <a:cubicBezTo>
                  <a:pt x="9" y="21"/>
                  <a:pt x="10" y="20"/>
                  <a:pt x="10" y="20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9" y="23"/>
                  <a:pt x="7" y="23"/>
                </a:cubicBezTo>
                <a:cubicBezTo>
                  <a:pt x="6" y="23"/>
                  <a:pt x="5" y="23"/>
                  <a:pt x="4" y="22"/>
                </a:cubicBezTo>
                <a:cubicBezTo>
                  <a:pt x="3" y="21"/>
                  <a:pt x="2" y="19"/>
                  <a:pt x="2" y="17"/>
                </a:cubicBezTo>
                <a:cubicBezTo>
                  <a:pt x="2" y="7"/>
                  <a:pt x="2" y="7"/>
                  <a:pt x="2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5"/>
                  <a:pt x="0" y="5"/>
                  <a:pt x="0" y="5"/>
                </a:cubicBezTo>
                <a:cubicBezTo>
                  <a:pt x="2" y="5"/>
                  <a:pt x="2" y="5"/>
                  <a:pt x="2" y="5"/>
                </a:cubicBezTo>
                <a:cubicBezTo>
                  <a:pt x="2" y="1"/>
                  <a:pt x="2" y="1"/>
                  <a:pt x="2" y="1"/>
                </a:cubicBezTo>
                <a:lnTo>
                  <a:pt x="6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16" name="Freeform 182"/>
          <p:cNvSpPr>
            <a:spLocks/>
          </p:cNvSpPr>
          <p:nvPr/>
        </p:nvSpPr>
        <p:spPr bwMode="auto">
          <a:xfrm>
            <a:off x="5245100" y="28784550"/>
            <a:ext cx="160338" cy="225425"/>
          </a:xfrm>
          <a:custGeom>
            <a:avLst/>
            <a:gdLst>
              <a:gd name="T0" fmla="*/ 4 w 17"/>
              <a:gd name="T1" fmla="*/ 0 h 26"/>
              <a:gd name="T2" fmla="*/ 8 w 17"/>
              <a:gd name="T3" fmla="*/ 10 h 26"/>
              <a:gd name="T4" fmla="*/ 9 w 17"/>
              <a:gd name="T5" fmla="*/ 14 h 26"/>
              <a:gd name="T6" fmla="*/ 9 w 17"/>
              <a:gd name="T7" fmla="*/ 14 h 26"/>
              <a:gd name="T8" fmla="*/ 10 w 17"/>
              <a:gd name="T9" fmla="*/ 10 h 26"/>
              <a:gd name="T10" fmla="*/ 13 w 17"/>
              <a:gd name="T11" fmla="*/ 0 h 26"/>
              <a:gd name="T12" fmla="*/ 17 w 17"/>
              <a:gd name="T13" fmla="*/ 0 h 26"/>
              <a:gd name="T14" fmla="*/ 12 w 17"/>
              <a:gd name="T15" fmla="*/ 13 h 26"/>
              <a:gd name="T16" fmla="*/ 6 w 17"/>
              <a:gd name="T17" fmla="*/ 24 h 26"/>
              <a:gd name="T18" fmla="*/ 2 w 17"/>
              <a:gd name="T19" fmla="*/ 26 h 26"/>
              <a:gd name="T20" fmla="*/ 1 w 17"/>
              <a:gd name="T21" fmla="*/ 23 h 26"/>
              <a:gd name="T22" fmla="*/ 4 w 17"/>
              <a:gd name="T23" fmla="*/ 22 h 26"/>
              <a:gd name="T24" fmla="*/ 7 w 17"/>
              <a:gd name="T25" fmla="*/ 18 h 26"/>
              <a:gd name="T26" fmla="*/ 7 w 17"/>
              <a:gd name="T27" fmla="*/ 17 h 26"/>
              <a:gd name="T28" fmla="*/ 7 w 17"/>
              <a:gd name="T29" fmla="*/ 16 h 26"/>
              <a:gd name="T30" fmla="*/ 0 w 17"/>
              <a:gd name="T31" fmla="*/ 0 h 26"/>
              <a:gd name="T32" fmla="*/ 4 w 17"/>
              <a:gd name="T33" fmla="*/ 0 h 2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7"/>
              <a:gd name="T52" fmla="*/ 0 h 26"/>
              <a:gd name="T53" fmla="*/ 17 w 17"/>
              <a:gd name="T54" fmla="*/ 26 h 2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7" h="26">
                <a:moveTo>
                  <a:pt x="4" y="0"/>
                </a:moveTo>
                <a:cubicBezTo>
                  <a:pt x="8" y="10"/>
                  <a:pt x="8" y="10"/>
                  <a:pt x="8" y="10"/>
                </a:cubicBezTo>
                <a:cubicBezTo>
                  <a:pt x="8" y="12"/>
                  <a:pt x="8" y="13"/>
                  <a:pt x="9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3"/>
                  <a:pt x="9" y="12"/>
                  <a:pt x="10" y="10"/>
                </a:cubicBezTo>
                <a:cubicBezTo>
                  <a:pt x="13" y="0"/>
                  <a:pt x="13" y="0"/>
                  <a:pt x="13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2" y="13"/>
                  <a:pt x="12" y="13"/>
                  <a:pt x="12" y="13"/>
                </a:cubicBezTo>
                <a:cubicBezTo>
                  <a:pt x="10" y="19"/>
                  <a:pt x="8" y="22"/>
                  <a:pt x="6" y="24"/>
                </a:cubicBezTo>
                <a:cubicBezTo>
                  <a:pt x="4" y="25"/>
                  <a:pt x="3" y="26"/>
                  <a:pt x="2" y="26"/>
                </a:cubicBezTo>
                <a:cubicBezTo>
                  <a:pt x="1" y="23"/>
                  <a:pt x="1" y="23"/>
                  <a:pt x="1" y="23"/>
                </a:cubicBezTo>
                <a:cubicBezTo>
                  <a:pt x="2" y="23"/>
                  <a:pt x="3" y="23"/>
                  <a:pt x="4" y="22"/>
                </a:cubicBezTo>
                <a:cubicBezTo>
                  <a:pt x="5" y="21"/>
                  <a:pt x="6" y="20"/>
                  <a:pt x="7" y="18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7"/>
                  <a:pt x="7" y="16"/>
                </a:cubicBezTo>
                <a:cubicBezTo>
                  <a:pt x="0" y="0"/>
                  <a:pt x="0" y="0"/>
                  <a:pt x="0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808080"/>
          </a:solidFill>
          <a:ln w="9525">
            <a:noFill/>
            <a:round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819" name="Rectangle 265"/>
          <p:cNvSpPr>
            <a:spLocks noChangeArrowheads="1"/>
          </p:cNvSpPr>
          <p:nvPr/>
        </p:nvSpPr>
        <p:spPr bwMode="auto">
          <a:xfrm>
            <a:off x="6557963" y="23666525"/>
            <a:ext cx="787075" cy="384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ko-KR" sz="2500" dirty="0">
                <a:solidFill>
                  <a:srgbClr val="808183"/>
                </a:solidFill>
                <a:latin typeface="휴먼명조" pitchFamily="2" charset="-127"/>
                <a:ea typeface="휴먼명조" pitchFamily="2" charset="-127"/>
              </a:rPr>
              <a:t>photo</a:t>
            </a:r>
            <a:endParaRPr lang="ko-KR" altLang="ko-KR" sz="57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820" name="Rectangle 261"/>
          <p:cNvSpPr>
            <a:spLocks noChangeArrowheads="1"/>
          </p:cNvSpPr>
          <p:nvPr/>
        </p:nvSpPr>
        <p:spPr bwMode="auto">
          <a:xfrm>
            <a:off x="4255865" y="26619219"/>
            <a:ext cx="71814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권혁</a:t>
            </a:r>
            <a:endParaRPr lang="en-US" altLang="ko-KR" sz="28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821" name="Rectangle 261"/>
          <p:cNvSpPr>
            <a:spLocks noChangeArrowheads="1"/>
          </p:cNvSpPr>
          <p:nvPr/>
        </p:nvSpPr>
        <p:spPr bwMode="auto">
          <a:xfrm>
            <a:off x="6413500" y="26619219"/>
            <a:ext cx="107721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en-US" sz="2800" dirty="0" smtClean="0">
                <a:latin typeface="휴먼명조" pitchFamily="2" charset="-127"/>
                <a:ea typeface="휴먼명조" pitchFamily="2" charset="-127"/>
              </a:rPr>
              <a:t>김제민</a:t>
            </a:r>
            <a:endParaRPr lang="en-US" altLang="ko-KR" sz="2800" dirty="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822" name="Rectangle 243"/>
          <p:cNvSpPr>
            <a:spLocks noChangeArrowheads="1"/>
          </p:cNvSpPr>
          <p:nvPr/>
        </p:nvSpPr>
        <p:spPr bwMode="auto">
          <a:xfrm>
            <a:off x="1517650" y="15042044"/>
            <a:ext cx="3163888" cy="576262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lIns="288808" tIns="144404" rIns="288808" bIns="144404"/>
          <a:lstStyle/>
          <a:p>
            <a:pPr defTabSz="2882900">
              <a:spcBef>
                <a:spcPct val="0"/>
              </a:spcBef>
            </a:pPr>
            <a:endParaRPr kumimoji="0" lang="ko-KR" altLang="ko-KR" sz="5700">
              <a:latin typeface="휴먼명조" pitchFamily="2" charset="-127"/>
              <a:ea typeface="휴먼명조" pitchFamily="2" charset="-127"/>
            </a:endParaRPr>
          </a:p>
        </p:txBody>
      </p:sp>
      <p:sp>
        <p:nvSpPr>
          <p:cNvPr id="24823" name="Rectangle 246"/>
          <p:cNvSpPr>
            <a:spLocks noChangeArrowheads="1"/>
          </p:cNvSpPr>
          <p:nvPr/>
        </p:nvSpPr>
        <p:spPr bwMode="auto">
          <a:xfrm>
            <a:off x="1878013" y="15042044"/>
            <a:ext cx="1795363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2882900">
              <a:spcBef>
                <a:spcPct val="0"/>
              </a:spcBef>
            </a:pPr>
            <a:r>
              <a:rPr lang="ko-KR" altLang="en-US" sz="3500">
                <a:solidFill>
                  <a:srgbClr val="FFFFFF"/>
                </a:solidFill>
                <a:latin typeface="휴먼명조" pitchFamily="2" charset="-127"/>
                <a:ea typeface="휴먼명조" pitchFamily="2" charset="-127"/>
              </a:rPr>
              <a:t>개발결과</a:t>
            </a:r>
            <a:endParaRPr lang="ko-KR" altLang="en-US" sz="5700">
              <a:latin typeface="휴먼명조" pitchFamily="2" charset="-127"/>
              <a:ea typeface="휴먼명조" pitchFamily="2" charset="-127"/>
            </a:endParaRPr>
          </a:p>
        </p:txBody>
      </p:sp>
      <p:pic>
        <p:nvPicPr>
          <p:cNvPr id="114" name="Picture 2" descr="C:\Users\JMsource\Desktop\프로토타윕\01_01_전체구성품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65919" y="9050034"/>
            <a:ext cx="8605835" cy="3528392"/>
          </a:xfrm>
          <a:prstGeom prst="rect">
            <a:avLst/>
          </a:prstGeom>
          <a:noFill/>
        </p:spPr>
      </p:pic>
      <p:sp>
        <p:nvSpPr>
          <p:cNvPr id="24827" name="Rectangle 251"/>
          <p:cNvSpPr>
            <a:spLocks noChangeArrowheads="1"/>
          </p:cNvSpPr>
          <p:nvPr/>
        </p:nvSpPr>
        <p:spPr bwMode="auto">
          <a:xfrm>
            <a:off x="0" y="0"/>
            <a:ext cx="22477413" cy="45720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4826" name="_x203003952" descr="EMB0000168c15b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17626" y="15891017"/>
            <a:ext cx="4824536" cy="3662312"/>
          </a:xfrm>
          <a:prstGeom prst="rect">
            <a:avLst/>
          </a:prstGeom>
          <a:noFill/>
        </p:spPr>
      </p:pic>
      <p:sp>
        <p:nvSpPr>
          <p:cNvPr id="24829" name="Rectangle 253"/>
          <p:cNvSpPr>
            <a:spLocks noChangeArrowheads="1"/>
          </p:cNvSpPr>
          <p:nvPr/>
        </p:nvSpPr>
        <p:spPr bwMode="auto">
          <a:xfrm>
            <a:off x="0" y="0"/>
            <a:ext cx="22477413" cy="45720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4828" name="_x204545736" descr="EMB0000168c15c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77686" y="23523643"/>
            <a:ext cx="2084156" cy="2880320"/>
          </a:xfrm>
          <a:prstGeom prst="rect">
            <a:avLst/>
          </a:prstGeom>
          <a:noFill/>
        </p:spPr>
      </p:pic>
      <p:pic>
        <p:nvPicPr>
          <p:cNvPr id="24830" name="Picture 254" descr="E:\증명사진.jpg"/>
          <p:cNvPicPr>
            <a:picLocks noChangeAspect="1" noChangeArrowheads="1"/>
          </p:cNvPicPr>
          <p:nvPr/>
        </p:nvPicPr>
        <p:blipFill>
          <a:blip r:embed="rId6" cstate="print"/>
          <a:srcRect l="10000" r="6154" b="11536"/>
          <a:stretch>
            <a:fillRect/>
          </a:stretch>
        </p:blipFill>
        <p:spPr bwMode="auto">
          <a:xfrm>
            <a:off x="5838106" y="23523642"/>
            <a:ext cx="2088232" cy="2911369"/>
          </a:xfrm>
          <a:prstGeom prst="rect">
            <a:avLst/>
          </a:prstGeom>
          <a:noFill/>
        </p:spPr>
      </p:pic>
      <p:pic>
        <p:nvPicPr>
          <p:cNvPr id="24831" name="Picture 255" descr="C:\Users\JMsource\Downloads\PICT2767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605858" y="23523643"/>
            <a:ext cx="2088232" cy="2880320"/>
          </a:xfrm>
          <a:prstGeom prst="rect">
            <a:avLst/>
          </a:prstGeom>
          <a:noFill/>
        </p:spPr>
      </p:pic>
      <p:grpSp>
        <p:nvGrpSpPr>
          <p:cNvPr id="124" name="그룹 123"/>
          <p:cNvGrpSpPr/>
          <p:nvPr/>
        </p:nvGrpSpPr>
        <p:grpSpPr>
          <a:xfrm>
            <a:off x="6990234" y="19707218"/>
            <a:ext cx="4354512" cy="676349"/>
            <a:chOff x="1389063" y="20469101"/>
            <a:chExt cx="4354512" cy="676349"/>
          </a:xfrm>
        </p:grpSpPr>
        <p:sp>
          <p:nvSpPr>
            <p:cNvPr id="125" name="Freeform 295"/>
            <p:cNvSpPr>
              <a:spLocks/>
            </p:cNvSpPr>
            <p:nvPr/>
          </p:nvSpPr>
          <p:spPr bwMode="auto">
            <a:xfrm>
              <a:off x="1389063" y="20626214"/>
              <a:ext cx="155575" cy="303212"/>
            </a:xfrm>
            <a:custGeom>
              <a:avLst/>
              <a:gdLst>
                <a:gd name="T0" fmla="*/ 30 w 30"/>
                <a:gd name="T1" fmla="*/ 30 h 62"/>
                <a:gd name="T2" fmla="*/ 0 w 30"/>
                <a:gd name="T3" fmla="*/ 0 h 62"/>
                <a:gd name="T4" fmla="*/ 0 w 30"/>
                <a:gd name="T5" fmla="*/ 62 h 62"/>
                <a:gd name="T6" fmla="*/ 30 w 30"/>
                <a:gd name="T7" fmla="*/ 30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62"/>
                <a:gd name="T14" fmla="*/ 30 w 30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62">
                  <a:moveTo>
                    <a:pt x="30" y="30"/>
                  </a:moveTo>
                  <a:lnTo>
                    <a:pt x="0" y="0"/>
                  </a:lnTo>
                  <a:lnTo>
                    <a:pt x="0" y="62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BBBDBF"/>
            </a:solidFill>
            <a:ln w="9525">
              <a:noFill/>
              <a:round/>
              <a:headEnd/>
              <a:tailEnd/>
            </a:ln>
          </p:spPr>
          <p:txBody>
            <a:bodyPr lIns="288808" tIns="144404" rIns="288808" bIns="144404"/>
            <a:lstStyle/>
            <a:p>
              <a:pPr defTabSz="2882900">
                <a:spcBef>
                  <a:spcPct val="0"/>
                </a:spcBef>
              </a:pPr>
              <a:endParaRPr kumimoji="0" lang="ko-KR" altLang="ko-KR" sz="5700">
                <a:latin typeface="휴먼명조" pitchFamily="2" charset="-127"/>
                <a:ea typeface="휴먼명조" pitchFamily="2" charset="-127"/>
              </a:endParaRPr>
            </a:p>
          </p:txBody>
        </p:sp>
        <p:sp>
          <p:nvSpPr>
            <p:cNvPr id="126" name="TextBox 303"/>
            <p:cNvSpPr txBox="1">
              <a:spLocks noChangeArrowheads="1"/>
            </p:cNvSpPr>
            <p:nvPr/>
          </p:nvSpPr>
          <p:spPr bwMode="auto">
            <a:xfrm>
              <a:off x="1404938" y="20469101"/>
              <a:ext cx="4338637" cy="676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288808" tIns="144404" rIns="288808" bIns="144404">
              <a:spAutoFit/>
            </a:bodyPr>
            <a:lstStyle/>
            <a:p>
              <a:pPr defTabSz="2882900">
                <a:spcBef>
                  <a:spcPct val="0"/>
                </a:spcBef>
              </a:pPr>
              <a:r>
                <a:rPr kumimoji="0" lang="en-US" altLang="ko-KR" sz="2500" dirty="0" smtClean="0">
                  <a:latin typeface="휴먼명조" pitchFamily="2" charset="-127"/>
                  <a:ea typeface="휴먼명조" pitchFamily="2" charset="-127"/>
                </a:rPr>
                <a:t>Component Design</a:t>
              </a:r>
              <a:endParaRPr kumimoji="0" lang="en-US" altLang="ko-KR" sz="2500" dirty="0">
                <a:latin typeface="휴먼명조" pitchFamily="2" charset="-127"/>
                <a:ea typeface="휴먼명조" pitchFamily="2" charset="-127"/>
              </a:endParaRPr>
            </a:p>
          </p:txBody>
        </p:sp>
      </p:grp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22477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137196072" descr="EMB0000111854a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640253" y="16106818"/>
            <a:ext cx="5102509" cy="3168352"/>
          </a:xfrm>
          <a:prstGeom prst="rect">
            <a:avLst/>
          </a:prstGeom>
          <a:noFill/>
        </p:spPr>
      </p:pic>
      <p:pic>
        <p:nvPicPr>
          <p:cNvPr id="127" name="Picture 4" descr="C:\Users\JMsource\Desktop\프로토타윕\03_점자출력화면.gi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17626" y="21065648"/>
            <a:ext cx="4896544" cy="801810"/>
          </a:xfrm>
          <a:prstGeom prst="rect">
            <a:avLst/>
          </a:prstGeom>
          <a:noFill/>
        </p:spPr>
      </p:pic>
      <p:grpSp>
        <p:nvGrpSpPr>
          <p:cNvPr id="128" name="그룹 127"/>
          <p:cNvGrpSpPr/>
          <p:nvPr/>
        </p:nvGrpSpPr>
        <p:grpSpPr>
          <a:xfrm>
            <a:off x="1661642" y="22199221"/>
            <a:ext cx="5904656" cy="676349"/>
            <a:chOff x="1389063" y="20425370"/>
            <a:chExt cx="5904656" cy="676349"/>
          </a:xfrm>
        </p:grpSpPr>
        <p:sp>
          <p:nvSpPr>
            <p:cNvPr id="129" name="Freeform 295"/>
            <p:cNvSpPr>
              <a:spLocks/>
            </p:cNvSpPr>
            <p:nvPr/>
          </p:nvSpPr>
          <p:spPr bwMode="auto">
            <a:xfrm>
              <a:off x="1389063" y="20626214"/>
              <a:ext cx="155575" cy="303212"/>
            </a:xfrm>
            <a:custGeom>
              <a:avLst/>
              <a:gdLst>
                <a:gd name="T0" fmla="*/ 30 w 30"/>
                <a:gd name="T1" fmla="*/ 30 h 62"/>
                <a:gd name="T2" fmla="*/ 0 w 30"/>
                <a:gd name="T3" fmla="*/ 0 h 62"/>
                <a:gd name="T4" fmla="*/ 0 w 30"/>
                <a:gd name="T5" fmla="*/ 62 h 62"/>
                <a:gd name="T6" fmla="*/ 30 w 30"/>
                <a:gd name="T7" fmla="*/ 30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62"/>
                <a:gd name="T14" fmla="*/ 30 w 30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62">
                  <a:moveTo>
                    <a:pt x="30" y="30"/>
                  </a:moveTo>
                  <a:lnTo>
                    <a:pt x="0" y="0"/>
                  </a:lnTo>
                  <a:lnTo>
                    <a:pt x="0" y="62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BBBDBF"/>
            </a:solidFill>
            <a:ln w="9525">
              <a:noFill/>
              <a:round/>
              <a:headEnd/>
              <a:tailEnd/>
            </a:ln>
          </p:spPr>
          <p:txBody>
            <a:bodyPr lIns="288808" tIns="144404" rIns="288808" bIns="144404"/>
            <a:lstStyle/>
            <a:p>
              <a:pPr defTabSz="2882900">
                <a:spcBef>
                  <a:spcPct val="0"/>
                </a:spcBef>
              </a:pPr>
              <a:endParaRPr kumimoji="0" lang="ko-KR" altLang="ko-KR" sz="5700">
                <a:latin typeface="휴먼명조" pitchFamily="2" charset="-127"/>
                <a:ea typeface="휴먼명조" pitchFamily="2" charset="-127"/>
              </a:endParaRPr>
            </a:p>
          </p:txBody>
        </p:sp>
        <p:sp>
          <p:nvSpPr>
            <p:cNvPr id="130" name="TextBox 303"/>
            <p:cNvSpPr txBox="1">
              <a:spLocks noChangeArrowheads="1"/>
            </p:cNvSpPr>
            <p:nvPr/>
          </p:nvSpPr>
          <p:spPr bwMode="auto">
            <a:xfrm>
              <a:off x="1404938" y="20425370"/>
              <a:ext cx="5888781" cy="676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288808" tIns="144404" rIns="288808" bIns="144404">
              <a:spAutoFit/>
            </a:bodyPr>
            <a:lstStyle/>
            <a:p>
              <a:pPr defTabSz="2882900">
                <a:spcBef>
                  <a:spcPct val="0"/>
                </a:spcBef>
              </a:pPr>
              <a:r>
                <a:rPr kumimoji="0" lang="ko-KR" altLang="en-US" sz="2500" dirty="0" smtClean="0">
                  <a:latin typeface="휴먼명조" pitchFamily="2" charset="-127"/>
                  <a:ea typeface="휴먼명조" pitchFamily="2" charset="-127"/>
                </a:rPr>
                <a:t>점자 </a:t>
              </a:r>
              <a:r>
                <a:rPr kumimoji="0" lang="ko-KR" altLang="en-US" sz="2500" dirty="0" err="1" smtClean="0">
                  <a:latin typeface="휴먼명조" pitchFamily="2" charset="-127"/>
                  <a:ea typeface="휴먼명조" pitchFamily="2" charset="-127"/>
                </a:rPr>
                <a:t>출력기의</a:t>
              </a:r>
              <a:r>
                <a:rPr kumimoji="0" lang="ko-KR" altLang="en-US" sz="2500" dirty="0" smtClean="0">
                  <a:latin typeface="휴먼명조" pitchFamily="2" charset="-127"/>
                  <a:ea typeface="휴먼명조" pitchFamily="2" charset="-127"/>
                </a:rPr>
                <a:t> 점자 출력 결과</a:t>
              </a:r>
              <a:endParaRPr kumimoji="0" lang="en-US" altLang="ko-KR" sz="2500" dirty="0">
                <a:latin typeface="휴먼명조" pitchFamily="2" charset="-127"/>
                <a:ea typeface="휴먼명조" pitchFamily="2" charset="-127"/>
              </a:endParaRPr>
            </a:p>
          </p:txBody>
        </p:sp>
      </p:grp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0"/>
            <a:ext cx="22477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5" name="_x138361752" descr="EMB0000089c5585"/>
          <p:cNvPicPr>
            <a:picLocks noChangeAspect="1" noChangeArrowheads="1"/>
          </p:cNvPicPr>
          <p:nvPr/>
        </p:nvPicPr>
        <p:blipFill>
          <a:blip r:embed="rId10" cstate="print"/>
          <a:srcRect b="35326"/>
          <a:stretch>
            <a:fillRect/>
          </a:stretch>
        </p:blipFill>
        <p:spPr bwMode="auto">
          <a:xfrm>
            <a:off x="6630194" y="20787338"/>
            <a:ext cx="4983163" cy="1482725"/>
          </a:xfrm>
          <a:prstGeom prst="rect">
            <a:avLst/>
          </a:prstGeom>
          <a:noFill/>
        </p:spPr>
      </p:pic>
      <p:grpSp>
        <p:nvGrpSpPr>
          <p:cNvPr id="133" name="그룹 132"/>
          <p:cNvGrpSpPr/>
          <p:nvPr/>
        </p:nvGrpSpPr>
        <p:grpSpPr>
          <a:xfrm>
            <a:off x="6990234" y="22199221"/>
            <a:ext cx="5904656" cy="676349"/>
            <a:chOff x="1389063" y="20425370"/>
            <a:chExt cx="5904656" cy="676349"/>
          </a:xfrm>
        </p:grpSpPr>
        <p:sp>
          <p:nvSpPr>
            <p:cNvPr id="134" name="Freeform 295"/>
            <p:cNvSpPr>
              <a:spLocks/>
            </p:cNvSpPr>
            <p:nvPr/>
          </p:nvSpPr>
          <p:spPr bwMode="auto">
            <a:xfrm>
              <a:off x="1389063" y="20626214"/>
              <a:ext cx="155575" cy="303212"/>
            </a:xfrm>
            <a:custGeom>
              <a:avLst/>
              <a:gdLst>
                <a:gd name="T0" fmla="*/ 30 w 30"/>
                <a:gd name="T1" fmla="*/ 30 h 62"/>
                <a:gd name="T2" fmla="*/ 0 w 30"/>
                <a:gd name="T3" fmla="*/ 0 h 62"/>
                <a:gd name="T4" fmla="*/ 0 w 30"/>
                <a:gd name="T5" fmla="*/ 62 h 62"/>
                <a:gd name="T6" fmla="*/ 30 w 30"/>
                <a:gd name="T7" fmla="*/ 30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62"/>
                <a:gd name="T14" fmla="*/ 30 w 30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62">
                  <a:moveTo>
                    <a:pt x="30" y="30"/>
                  </a:moveTo>
                  <a:lnTo>
                    <a:pt x="0" y="0"/>
                  </a:lnTo>
                  <a:lnTo>
                    <a:pt x="0" y="62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BBBDBF"/>
            </a:solidFill>
            <a:ln w="9525">
              <a:noFill/>
              <a:round/>
              <a:headEnd/>
              <a:tailEnd/>
            </a:ln>
          </p:spPr>
          <p:txBody>
            <a:bodyPr lIns="288808" tIns="144404" rIns="288808" bIns="144404"/>
            <a:lstStyle/>
            <a:p>
              <a:pPr defTabSz="2882900">
                <a:spcBef>
                  <a:spcPct val="0"/>
                </a:spcBef>
              </a:pPr>
              <a:endParaRPr kumimoji="0" lang="ko-KR" altLang="ko-KR" sz="5700">
                <a:latin typeface="휴먼명조" pitchFamily="2" charset="-127"/>
                <a:ea typeface="휴먼명조" pitchFamily="2" charset="-127"/>
              </a:endParaRPr>
            </a:p>
          </p:txBody>
        </p:sp>
        <p:sp>
          <p:nvSpPr>
            <p:cNvPr id="135" name="TextBox 303"/>
            <p:cNvSpPr txBox="1">
              <a:spLocks noChangeArrowheads="1"/>
            </p:cNvSpPr>
            <p:nvPr/>
          </p:nvSpPr>
          <p:spPr bwMode="auto">
            <a:xfrm>
              <a:off x="1404938" y="20425370"/>
              <a:ext cx="5888781" cy="676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288808" tIns="144404" rIns="288808" bIns="144404">
              <a:spAutoFit/>
            </a:bodyPr>
            <a:lstStyle/>
            <a:p>
              <a:pPr defTabSz="2882900">
                <a:spcBef>
                  <a:spcPct val="0"/>
                </a:spcBef>
              </a:pPr>
              <a:r>
                <a:rPr kumimoji="0" lang="ko-KR" altLang="en-US" sz="2500" dirty="0" smtClean="0">
                  <a:latin typeface="휴먼명조" pitchFamily="2" charset="-127"/>
                  <a:ea typeface="휴먼명조" pitchFamily="2" charset="-127"/>
                </a:rPr>
                <a:t>선택</a:t>
              </a:r>
              <a:r>
                <a:rPr kumimoji="0" lang="en-US" altLang="ko-KR" sz="2500" dirty="0" smtClean="0">
                  <a:latin typeface="휴먼명조" pitchFamily="2" charset="-127"/>
                  <a:ea typeface="휴먼명조" pitchFamily="2" charset="-127"/>
                </a:rPr>
                <a:t>/</a:t>
              </a:r>
              <a:r>
                <a:rPr kumimoji="0" lang="ko-KR" altLang="en-US" sz="2500" dirty="0" smtClean="0">
                  <a:latin typeface="휴먼명조" pitchFamily="2" charset="-127"/>
                  <a:ea typeface="휴먼명조" pitchFamily="2" charset="-127"/>
                </a:rPr>
                <a:t>취소</a:t>
              </a:r>
              <a:r>
                <a:rPr kumimoji="0" lang="en-US" altLang="ko-KR" sz="2500" dirty="0" smtClean="0">
                  <a:latin typeface="휴먼명조" pitchFamily="2" charset="-127"/>
                  <a:ea typeface="휴먼명조" pitchFamily="2" charset="-127"/>
                </a:rPr>
                <a:t>/</a:t>
              </a:r>
              <a:r>
                <a:rPr kumimoji="0" lang="ko-KR" altLang="en-US" sz="2500" dirty="0" smtClean="0">
                  <a:latin typeface="휴먼명조" pitchFamily="2" charset="-127"/>
                  <a:ea typeface="휴먼명조" pitchFamily="2" charset="-127"/>
                </a:rPr>
                <a:t>페이지 전환 버튼</a:t>
              </a:r>
              <a:endParaRPr kumimoji="0" lang="en-US" altLang="ko-KR" sz="2500" dirty="0">
                <a:latin typeface="휴먼명조" pitchFamily="2" charset="-127"/>
                <a:ea typeface="휴먼명조" pitchFamily="2" charset="-127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887413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4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887413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4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274</Words>
  <Application>Microsoft Office PowerPoint</Application>
  <PresentationFormat>사용자 지정</PresentationFormat>
  <Paragraphs>43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기본 디자인</vt:lpstr>
      <vt:lpstr>슬라이드 1</vt:lpstr>
    </vt:vector>
  </TitlesOfParts>
  <Company>제어계측 공학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모닥불</dc:title>
  <dc:creator>Winxp</dc:creator>
  <cp:lastModifiedBy>JMsource</cp:lastModifiedBy>
  <cp:revision>79</cp:revision>
  <dcterms:created xsi:type="dcterms:W3CDTF">2005-08-11T07:20:44Z</dcterms:created>
  <dcterms:modified xsi:type="dcterms:W3CDTF">2010-07-26T10:54:07Z</dcterms:modified>
</cp:coreProperties>
</file>